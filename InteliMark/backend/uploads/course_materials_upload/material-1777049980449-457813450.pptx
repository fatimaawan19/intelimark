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6" r:id="rId15"/>
    <p:sldId id="269" r:id="rId16"/>
    <p:sldId id="267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45624-BC46-E148-FA0F-42676B586C51}" v="1" dt="2024-05-10T04:41:54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hama Asim" userId="S::fa23-bds-056@isbstudent.comsats.edu.pk::ddf1d104-7f50-4c79-afdd-722b5110561f" providerId="AD" clId="Web-{5F345624-BC46-E148-FA0F-42676B586C51}"/>
    <pc:docChg chg="modSld">
      <pc:chgData name="Nashama Asim" userId="S::fa23-bds-056@isbstudent.comsats.edu.pk::ddf1d104-7f50-4c79-afdd-722b5110561f" providerId="AD" clId="Web-{5F345624-BC46-E148-FA0F-42676B586C51}" dt="2024-05-10T04:41:54.306" v="1" actId="1076"/>
      <pc:docMkLst>
        <pc:docMk/>
      </pc:docMkLst>
      <pc:sldChg chg="modSp">
        <pc:chgData name="Nashama Asim" userId="S::fa23-bds-056@isbstudent.comsats.edu.pk::ddf1d104-7f50-4c79-afdd-722b5110561f" providerId="AD" clId="Web-{5F345624-BC46-E148-FA0F-42676B586C51}" dt="2024-05-10T04:25:17.743" v="0" actId="1076"/>
        <pc:sldMkLst>
          <pc:docMk/>
          <pc:sldMk cId="3863601258" sldId="257"/>
        </pc:sldMkLst>
        <pc:graphicFrameChg chg="mod">
          <ac:chgData name="Nashama Asim" userId="S::fa23-bds-056@isbstudent.comsats.edu.pk::ddf1d104-7f50-4c79-afdd-722b5110561f" providerId="AD" clId="Web-{5F345624-BC46-E148-FA0F-42676B586C51}" dt="2024-05-10T04:25:17.743" v="0" actId="1076"/>
          <ac:graphicFrameMkLst>
            <pc:docMk/>
            <pc:sldMk cId="3863601258" sldId="257"/>
            <ac:graphicFrameMk id="5" creationId="{B100CF99-C541-1FEC-CD04-17E6F562AEE6}"/>
          </ac:graphicFrameMkLst>
        </pc:graphicFrameChg>
      </pc:sldChg>
      <pc:sldChg chg="modSp">
        <pc:chgData name="Nashama Asim" userId="S::fa23-bds-056@isbstudent.comsats.edu.pk::ddf1d104-7f50-4c79-afdd-722b5110561f" providerId="AD" clId="Web-{5F345624-BC46-E148-FA0F-42676B586C51}" dt="2024-05-10T04:41:54.306" v="1" actId="1076"/>
        <pc:sldMkLst>
          <pc:docMk/>
          <pc:sldMk cId="155702351" sldId="266"/>
        </pc:sldMkLst>
        <pc:picChg chg="mod">
          <ac:chgData name="Nashama Asim" userId="S::fa23-bds-056@isbstudent.comsats.edu.pk::ddf1d104-7f50-4c79-afdd-722b5110561f" providerId="AD" clId="Web-{5F345624-BC46-E148-FA0F-42676B586C51}" dt="2024-05-10T04:41:54.306" v="1" actId="1076"/>
          <ac:picMkLst>
            <pc:docMk/>
            <pc:sldMk cId="155702351" sldId="266"/>
            <ac:picMk id="5" creationId="{21529B09-28D7-42FA-26A7-FE469EC427A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Line Plot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5.5</c:v>
                </c:pt>
                <c:pt idx="3">
                  <c:v>4.5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21E4-48DA-9CF9-12CC48193F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705747280"/>
        <c:axId val="-1893503488"/>
      </c:lineChart>
      <c:catAx>
        <c:axId val="-1705747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X-axis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93503488"/>
        <c:crosses val="autoZero"/>
        <c:auto val="1"/>
        <c:lblAlgn val="ctr"/>
        <c:lblOffset val="100"/>
        <c:noMultiLvlLbl val="0"/>
      </c:catAx>
      <c:valAx>
        <c:axId val="-1893503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Y-axis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705747280"/>
        <c:crosses val="autoZero"/>
        <c:crossBetween val="between"/>
      </c:valAx>
      <c:spPr>
        <a:noFill/>
        <a:ln>
          <a:solidFill>
            <a:schemeClr val="tx1">
              <a:lumMod val="75000"/>
              <a:lumOff val="25000"/>
            </a:schemeClr>
          </a:solidFill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Immigrants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Year 1995</c:v>
                </c:pt>
                <c:pt idx="1">
                  <c:v>Year 1998</c:v>
                </c:pt>
                <c:pt idx="2">
                  <c:v>Year 2001</c:v>
                </c:pt>
                <c:pt idx="3">
                  <c:v>Year 2005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9</c:v>
                </c:pt>
                <c:pt idx="3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2DC-43B5-9926-DAD49C14E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604800416"/>
        <c:axId val="-1604808576"/>
      </c:barChart>
      <c:catAx>
        <c:axId val="-160480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04808576"/>
        <c:crosses val="autoZero"/>
        <c:auto val="1"/>
        <c:lblAlgn val="ctr"/>
        <c:lblOffset val="100"/>
        <c:noMultiLvlLbl val="0"/>
      </c:catAx>
      <c:valAx>
        <c:axId val="-160480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04800416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Immigrants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Year 1995</c:v>
                </c:pt>
                <c:pt idx="1">
                  <c:v>Year 1998</c:v>
                </c:pt>
                <c:pt idx="2">
                  <c:v>Year 2001</c:v>
                </c:pt>
                <c:pt idx="3">
                  <c:v>Year 2005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9</c:v>
                </c:pt>
                <c:pt idx="3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73D-4821-ABD9-2E9422B37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604811840"/>
        <c:axId val="-1604799328"/>
      </c:barChart>
      <c:catAx>
        <c:axId val="-160481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04799328"/>
        <c:crosses val="autoZero"/>
        <c:auto val="1"/>
        <c:lblAlgn val="ctr"/>
        <c:lblOffset val="100"/>
        <c:noMultiLvlLbl val="0"/>
      </c:catAx>
      <c:valAx>
        <c:axId val="-1604799328"/>
        <c:scaling>
          <c:orientation val="minMax"/>
          <c:max val="2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04811840"/>
        <c:crosses val="autoZero"/>
        <c:crossBetween val="between"/>
        <c:majorUnit val="5"/>
      </c:valAx>
      <c:spPr>
        <a:noFill/>
        <a:ln>
          <a:solidFill>
            <a:schemeClr val="tx1">
              <a:lumMod val="85000"/>
              <a:lumOff val="15000"/>
            </a:schemeClr>
          </a:solidFill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9.png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22.svg"/><Relationship Id="rId1" Type="http://schemas.openxmlformats.org/officeDocument/2006/relationships/image" Target="../media/image16.png"/><Relationship Id="rId6" Type="http://schemas.openxmlformats.org/officeDocument/2006/relationships/image" Target="../media/image26.svg"/><Relationship Id="rId5" Type="http://schemas.openxmlformats.org/officeDocument/2006/relationships/image" Target="../media/image18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9.png"/><Relationship Id="rId6" Type="http://schemas.openxmlformats.org/officeDocument/2006/relationships/image" Target="../media/image15.svg"/><Relationship Id="rId5" Type="http://schemas.openxmlformats.org/officeDocument/2006/relationships/image" Target="../media/image11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22.svg"/><Relationship Id="rId1" Type="http://schemas.openxmlformats.org/officeDocument/2006/relationships/image" Target="../media/image16.png"/><Relationship Id="rId6" Type="http://schemas.openxmlformats.org/officeDocument/2006/relationships/image" Target="../media/image26.svg"/><Relationship Id="rId5" Type="http://schemas.openxmlformats.org/officeDocument/2006/relationships/image" Target="../media/image18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2261EA-0728-4BB4-80D8-50CAEA0B027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08204A-7192-489C-BB62-77AB5BBCD06B}">
      <dgm:prSet/>
      <dgm:spPr/>
      <dgm:t>
        <a:bodyPr/>
        <a:lstStyle/>
        <a:p>
          <a:r>
            <a:rPr lang="en-US"/>
            <a:t>Graphical Representation of data and information</a:t>
          </a:r>
        </a:p>
      </dgm:t>
    </dgm:pt>
    <dgm:pt modelId="{53C032DE-56FE-4D38-9A84-0D03EE1C3A12}" type="parTrans" cxnId="{69456704-3344-49DA-848B-20DEFF227104}">
      <dgm:prSet/>
      <dgm:spPr/>
      <dgm:t>
        <a:bodyPr/>
        <a:lstStyle/>
        <a:p>
          <a:endParaRPr lang="en-US"/>
        </a:p>
      </dgm:t>
    </dgm:pt>
    <dgm:pt modelId="{871FBCC2-7BF1-4736-85E7-2D5E2C5047D1}" type="sibTrans" cxnId="{69456704-3344-49DA-848B-20DEFF227104}">
      <dgm:prSet/>
      <dgm:spPr/>
      <dgm:t>
        <a:bodyPr/>
        <a:lstStyle/>
        <a:p>
          <a:endParaRPr lang="en-US"/>
        </a:p>
      </dgm:t>
    </dgm:pt>
    <dgm:pt modelId="{E68E76C5-D859-48B7-8ED1-25B6997C4A22}">
      <dgm:prSet/>
      <dgm:spPr/>
      <dgm:t>
        <a:bodyPr/>
        <a:lstStyle/>
        <a:p>
          <a:r>
            <a:rPr lang="en-US"/>
            <a:t>Includes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</a:t>
          </a:r>
        </a:p>
      </dgm:t>
    </dgm:pt>
    <dgm:pt modelId="{2B2D5CA5-AD49-40B1-B1DE-EF79008CDE8C}" type="parTrans" cxnId="{9EADFC94-58A4-45D0-BB34-E9652851876C}">
      <dgm:prSet/>
      <dgm:spPr/>
      <dgm:t>
        <a:bodyPr/>
        <a:lstStyle/>
        <a:p>
          <a:endParaRPr lang="en-US"/>
        </a:p>
      </dgm:t>
    </dgm:pt>
    <dgm:pt modelId="{3F5C4371-EBDA-48BF-B6BA-8B07782B9AE0}" type="sibTrans" cxnId="{9EADFC94-58A4-45D0-BB34-E9652851876C}">
      <dgm:prSet/>
      <dgm:spPr/>
      <dgm:t>
        <a:bodyPr/>
        <a:lstStyle/>
        <a:p>
          <a:endParaRPr lang="en-US"/>
        </a:p>
      </dgm:t>
    </dgm:pt>
    <dgm:pt modelId="{5392DB8E-C053-40C6-9B2E-40C9329DA8F4}">
      <dgm:prSet/>
      <dgm:spPr/>
      <dgm:t>
        <a:bodyPr/>
        <a:lstStyle/>
        <a:p>
          <a:r>
            <a:rPr lang="en-US"/>
            <a:t>Basic charts and graphs</a:t>
          </a:r>
        </a:p>
      </dgm:t>
    </dgm:pt>
    <dgm:pt modelId="{2A5163EE-7885-4956-B312-EDD7EDDFD03F}" type="parTrans" cxnId="{EDDB10C7-832E-4C27-84F6-3568A6578434}">
      <dgm:prSet/>
      <dgm:spPr/>
      <dgm:t>
        <a:bodyPr/>
        <a:lstStyle/>
        <a:p>
          <a:endParaRPr lang="en-US"/>
        </a:p>
      </dgm:t>
    </dgm:pt>
    <dgm:pt modelId="{2D148918-4C7F-48D8-B9F1-F75C3E5935A0}" type="sibTrans" cxnId="{EDDB10C7-832E-4C27-84F6-3568A6578434}">
      <dgm:prSet/>
      <dgm:spPr/>
      <dgm:t>
        <a:bodyPr/>
        <a:lstStyle/>
        <a:p>
          <a:endParaRPr lang="en-US"/>
        </a:p>
      </dgm:t>
    </dgm:pt>
    <dgm:pt modelId="{DF8A20E7-9F55-4779-A455-476661FD9F79}">
      <dgm:prSet/>
      <dgm:spPr/>
      <dgm:t>
        <a:bodyPr/>
        <a:lstStyle/>
        <a:p>
          <a:r>
            <a:rPr lang="en-US"/>
            <a:t>Interactive dashboards and maps</a:t>
          </a:r>
        </a:p>
      </dgm:t>
    </dgm:pt>
    <dgm:pt modelId="{9A869876-2DDA-4D63-BA1D-0E8F14BADECB}" type="parTrans" cxnId="{788FF654-5564-459F-BE50-76B14A2C5A58}">
      <dgm:prSet/>
      <dgm:spPr/>
      <dgm:t>
        <a:bodyPr/>
        <a:lstStyle/>
        <a:p>
          <a:endParaRPr lang="en-US"/>
        </a:p>
      </dgm:t>
    </dgm:pt>
    <dgm:pt modelId="{1800794D-F50B-4042-B5E7-3808586DED64}" type="sibTrans" cxnId="{788FF654-5564-459F-BE50-76B14A2C5A58}">
      <dgm:prSet/>
      <dgm:spPr/>
      <dgm:t>
        <a:bodyPr/>
        <a:lstStyle/>
        <a:p>
          <a:endParaRPr lang="en-US"/>
        </a:p>
      </dgm:t>
    </dgm:pt>
    <dgm:pt modelId="{A938E782-5193-4BE0-A98F-96A60AA70C7C}" type="pres">
      <dgm:prSet presAssocID="{322261EA-0728-4BB4-80D8-50CAEA0B027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F0C678-96E4-48F4-9BCF-8F5BE3333A67}" type="pres">
      <dgm:prSet presAssocID="{8508204A-7192-489C-BB62-77AB5BBCD06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6E1721-FDCC-4548-B127-DB788ED548CE}" type="pres">
      <dgm:prSet presAssocID="{871FBCC2-7BF1-4736-85E7-2D5E2C5047D1}" presName="spacer" presStyleCnt="0"/>
      <dgm:spPr/>
    </dgm:pt>
    <dgm:pt modelId="{78901186-AAB6-4F4A-8DB0-D4AFCB794E1A}" type="pres">
      <dgm:prSet presAssocID="{E68E76C5-D859-48B7-8ED1-25B6997C4A2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52A509-5174-416F-88BF-6696D9E95766}" type="pres">
      <dgm:prSet presAssocID="{E68E76C5-D859-48B7-8ED1-25B6997C4A22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1D70EA-6D77-4E6B-B72C-57DB2021D73E}" type="presOf" srcId="{DF8A20E7-9F55-4779-A455-476661FD9F79}" destId="{3E52A509-5174-416F-88BF-6696D9E95766}" srcOrd="0" destOrd="1" presId="urn:microsoft.com/office/officeart/2005/8/layout/vList2"/>
    <dgm:cxn modelId="{6DBE50E8-FE7F-489A-9A54-B8173D8B201B}" type="presOf" srcId="{8508204A-7192-489C-BB62-77AB5BBCD06B}" destId="{CAF0C678-96E4-48F4-9BCF-8F5BE3333A67}" srcOrd="0" destOrd="0" presId="urn:microsoft.com/office/officeart/2005/8/layout/vList2"/>
    <dgm:cxn modelId="{69456704-3344-49DA-848B-20DEFF227104}" srcId="{322261EA-0728-4BB4-80D8-50CAEA0B027C}" destId="{8508204A-7192-489C-BB62-77AB5BBCD06B}" srcOrd="0" destOrd="0" parTransId="{53C032DE-56FE-4D38-9A84-0D03EE1C3A12}" sibTransId="{871FBCC2-7BF1-4736-85E7-2D5E2C5047D1}"/>
    <dgm:cxn modelId="{8EB3724E-C60B-45DA-B419-D95CCED7D961}" type="presOf" srcId="{322261EA-0728-4BB4-80D8-50CAEA0B027C}" destId="{A938E782-5193-4BE0-A98F-96A60AA70C7C}" srcOrd="0" destOrd="0" presId="urn:microsoft.com/office/officeart/2005/8/layout/vList2"/>
    <dgm:cxn modelId="{EDDB10C7-832E-4C27-84F6-3568A6578434}" srcId="{E68E76C5-D859-48B7-8ED1-25B6997C4A22}" destId="{5392DB8E-C053-40C6-9B2E-40C9329DA8F4}" srcOrd="0" destOrd="0" parTransId="{2A5163EE-7885-4956-B312-EDD7EDDFD03F}" sibTransId="{2D148918-4C7F-48D8-B9F1-F75C3E5935A0}"/>
    <dgm:cxn modelId="{788FF654-5564-459F-BE50-76B14A2C5A58}" srcId="{E68E76C5-D859-48B7-8ED1-25B6997C4A22}" destId="{DF8A20E7-9F55-4779-A455-476661FD9F79}" srcOrd="1" destOrd="0" parTransId="{9A869876-2DDA-4D63-BA1D-0E8F14BADECB}" sibTransId="{1800794D-F50B-4042-B5E7-3808586DED64}"/>
    <dgm:cxn modelId="{645A5C54-11AE-401F-B2E4-413F8B182F32}" type="presOf" srcId="{5392DB8E-C053-40C6-9B2E-40C9329DA8F4}" destId="{3E52A509-5174-416F-88BF-6696D9E95766}" srcOrd="0" destOrd="0" presId="urn:microsoft.com/office/officeart/2005/8/layout/vList2"/>
    <dgm:cxn modelId="{9EADFC94-58A4-45D0-BB34-E9652851876C}" srcId="{322261EA-0728-4BB4-80D8-50CAEA0B027C}" destId="{E68E76C5-D859-48B7-8ED1-25B6997C4A22}" srcOrd="1" destOrd="0" parTransId="{2B2D5CA5-AD49-40B1-B1DE-EF79008CDE8C}" sibTransId="{3F5C4371-EBDA-48BF-B6BA-8B07782B9AE0}"/>
    <dgm:cxn modelId="{D2232B7E-082F-43C2-9662-1A6C4E8D829A}" type="presOf" srcId="{E68E76C5-D859-48B7-8ED1-25B6997C4A22}" destId="{78901186-AAB6-4F4A-8DB0-D4AFCB794E1A}" srcOrd="0" destOrd="0" presId="urn:microsoft.com/office/officeart/2005/8/layout/vList2"/>
    <dgm:cxn modelId="{9372D4F3-5491-4C3F-A3A4-64CE791AF222}" type="presParOf" srcId="{A938E782-5193-4BE0-A98F-96A60AA70C7C}" destId="{CAF0C678-96E4-48F4-9BCF-8F5BE3333A67}" srcOrd="0" destOrd="0" presId="urn:microsoft.com/office/officeart/2005/8/layout/vList2"/>
    <dgm:cxn modelId="{77762E79-FC11-4591-A067-E501FE3C8DFE}" type="presParOf" srcId="{A938E782-5193-4BE0-A98F-96A60AA70C7C}" destId="{8D6E1721-FDCC-4548-B127-DB788ED548CE}" srcOrd="1" destOrd="0" presId="urn:microsoft.com/office/officeart/2005/8/layout/vList2"/>
    <dgm:cxn modelId="{9F872558-73D1-4C50-A677-E1BF2520DB74}" type="presParOf" srcId="{A938E782-5193-4BE0-A98F-96A60AA70C7C}" destId="{78901186-AAB6-4F4A-8DB0-D4AFCB794E1A}" srcOrd="2" destOrd="0" presId="urn:microsoft.com/office/officeart/2005/8/layout/vList2"/>
    <dgm:cxn modelId="{FD24D61C-920D-41FC-A3C2-5C6019863DD8}" type="presParOf" srcId="{A938E782-5193-4BE0-A98F-96A60AA70C7C}" destId="{3E52A509-5174-416F-88BF-6696D9E9576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1EB95F-3F58-4041-ABAA-41FEF86BEEFA}" type="doc">
      <dgm:prSet loTypeId="urn:microsoft.com/office/officeart/2016/7/layout/LinearArrow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E052B88-F275-449A-9CBA-A1C90D762266}">
      <dgm:prSet custT="1"/>
      <dgm:spPr/>
      <dgm:t>
        <a:bodyPr/>
        <a:lstStyle/>
        <a:p>
          <a:r>
            <a:rPr lang="en-US" sz="1800"/>
            <a:t>Choose the right type of Visualization Techniques.</a:t>
          </a:r>
        </a:p>
      </dgm:t>
    </dgm:pt>
    <dgm:pt modelId="{17E0E55D-385A-4668-914A-AE86E73637CA}" type="parTrans" cxnId="{DF1875AD-E11E-485A-81C0-907493C97086}">
      <dgm:prSet/>
      <dgm:spPr/>
      <dgm:t>
        <a:bodyPr/>
        <a:lstStyle/>
        <a:p>
          <a:endParaRPr lang="en-US"/>
        </a:p>
      </dgm:t>
    </dgm:pt>
    <dgm:pt modelId="{4A3713F5-6AF0-427D-B447-51A09FE87264}" type="sibTrans" cxnId="{DF1875AD-E11E-485A-81C0-907493C9708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5F75450-1CD3-408B-BA8F-F12E414DEE1E}">
      <dgm:prSet custT="1"/>
      <dgm:spPr/>
      <dgm:t>
        <a:bodyPr/>
        <a:lstStyle/>
        <a:p>
          <a:r>
            <a:rPr lang="en-US" sz="1800" dirty="0"/>
            <a:t>Line chart </a:t>
          </a:r>
          <a:r>
            <a:rPr lang="en-US" sz="1800" dirty="0">
              <a:sym typeface="Wingdings" panose="05000000000000000000" pitchFamily="2" charset="2"/>
            </a:rPr>
            <a:t></a:t>
          </a:r>
          <a:r>
            <a:rPr lang="en-US" sz="1800" dirty="0"/>
            <a:t> trends over time</a:t>
          </a:r>
        </a:p>
        <a:p>
          <a:r>
            <a:rPr lang="en-US" sz="1800" dirty="0"/>
            <a:t>Bar chart </a:t>
          </a:r>
          <a:r>
            <a:rPr lang="en-US" sz="1800" dirty="0">
              <a:sym typeface="Wingdings" panose="05000000000000000000" pitchFamily="2" charset="2"/>
            </a:rPr>
            <a:t></a:t>
          </a:r>
          <a:r>
            <a:rPr lang="en-US" sz="1800" dirty="0"/>
            <a:t> comparing </a:t>
          </a:r>
          <a:r>
            <a:rPr lang="en-US" sz="1800" dirty="0" smtClean="0"/>
            <a:t>values</a:t>
          </a:r>
          <a:endParaRPr lang="en-US" sz="2400" dirty="0"/>
        </a:p>
      </dgm:t>
    </dgm:pt>
    <dgm:pt modelId="{3231B84E-5CCA-4A67-850C-D44CE9E36C0B}" type="parTrans" cxnId="{F1EB9755-D103-4AD5-9B14-E50DB6DBB68B}">
      <dgm:prSet/>
      <dgm:spPr/>
      <dgm:t>
        <a:bodyPr/>
        <a:lstStyle/>
        <a:p>
          <a:endParaRPr lang="en-US"/>
        </a:p>
      </dgm:t>
    </dgm:pt>
    <dgm:pt modelId="{9EA7073F-C9E5-4FFD-A536-B829D9FCD1DA}" type="sibTrans" cxnId="{F1EB9755-D103-4AD5-9B14-E50DB6DBB68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22DB956-E7B1-4448-B96E-1D2CEEFB853A}">
      <dgm:prSet custT="1"/>
      <dgm:spPr/>
      <dgm:t>
        <a:bodyPr/>
        <a:lstStyle/>
        <a:p>
          <a:r>
            <a:rPr lang="en-US" sz="1800" b="0" i="0" baseline="0"/>
            <a:t>Use clear Labelling and Formatting.</a:t>
          </a:r>
          <a:endParaRPr lang="en-US" sz="1800"/>
        </a:p>
      </dgm:t>
    </dgm:pt>
    <dgm:pt modelId="{4DC448C0-CF7A-4EBF-B98D-4A358F9FBBB1}" type="parTrans" cxnId="{8C528057-6F53-4637-A899-A3E1F1D38391}">
      <dgm:prSet/>
      <dgm:spPr/>
      <dgm:t>
        <a:bodyPr/>
        <a:lstStyle/>
        <a:p>
          <a:endParaRPr lang="en-US"/>
        </a:p>
      </dgm:t>
    </dgm:pt>
    <dgm:pt modelId="{D33755A3-CA22-4F48-BB0A-D95014EAC226}" type="sibTrans" cxnId="{8C528057-6F53-4637-A899-A3E1F1D3839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D1FE970-4020-469E-A159-689AAE137D34}">
      <dgm:prSet custT="1"/>
      <dgm:spPr/>
      <dgm:t>
        <a:bodyPr/>
        <a:lstStyle/>
        <a:p>
          <a:r>
            <a:rPr lang="en-US" sz="1800"/>
            <a:t>Avoid unnecessary animations.</a:t>
          </a:r>
        </a:p>
      </dgm:t>
    </dgm:pt>
    <dgm:pt modelId="{34AD21E6-5470-4878-BD87-F3990547D285}" type="parTrans" cxnId="{81B5BC8A-E153-4E5C-B0AB-A2F823EB7A74}">
      <dgm:prSet/>
      <dgm:spPr/>
      <dgm:t>
        <a:bodyPr/>
        <a:lstStyle/>
        <a:p>
          <a:endParaRPr lang="en-US"/>
        </a:p>
      </dgm:t>
    </dgm:pt>
    <dgm:pt modelId="{D32B91ED-EED7-447E-BA9F-DA20491BD0D9}" type="sibTrans" cxnId="{81B5BC8A-E153-4E5C-B0AB-A2F823EB7A7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94C11A6-FF35-43A7-AB72-B58B26840330}">
      <dgm:prSet custT="1"/>
      <dgm:spPr/>
      <dgm:t>
        <a:bodyPr/>
        <a:lstStyle/>
        <a:p>
          <a:r>
            <a:rPr lang="en-US" sz="1800"/>
            <a:t>Focus on main point for visualizations.</a:t>
          </a:r>
        </a:p>
      </dgm:t>
    </dgm:pt>
    <dgm:pt modelId="{54A9FC16-DFCF-44F5-B352-6E63E2A5AD82}" type="parTrans" cxnId="{CEEEB2F6-612E-4F3F-98A8-C8A801CED660}">
      <dgm:prSet/>
      <dgm:spPr/>
      <dgm:t>
        <a:bodyPr/>
        <a:lstStyle/>
        <a:p>
          <a:endParaRPr lang="en-US"/>
        </a:p>
      </dgm:t>
    </dgm:pt>
    <dgm:pt modelId="{BD584BEA-3FE2-45CD-84F8-D466F5FA614F}" type="sibTrans" cxnId="{CEEEB2F6-612E-4F3F-98A8-C8A801CED66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83A9C410-FF3A-4177-94B2-31CFA6E9F124}">
      <dgm:prSet custT="1"/>
      <dgm:spPr/>
      <dgm:t>
        <a:bodyPr/>
        <a:lstStyle/>
        <a:p>
          <a:r>
            <a:rPr lang="en-US" sz="1800"/>
            <a:t>Consider the audience (Important)</a:t>
          </a:r>
        </a:p>
      </dgm:t>
    </dgm:pt>
    <dgm:pt modelId="{191811A9-C50C-4FBD-AE0C-3B567917AD36}" type="parTrans" cxnId="{3D84019B-EEEB-4578-AF08-4A047284DEA5}">
      <dgm:prSet/>
      <dgm:spPr/>
      <dgm:t>
        <a:bodyPr/>
        <a:lstStyle/>
        <a:p>
          <a:endParaRPr lang="en-US"/>
        </a:p>
      </dgm:t>
    </dgm:pt>
    <dgm:pt modelId="{69DEA58A-8121-4AEE-9F7D-B082FB9E90F6}" type="sibTrans" cxnId="{3D84019B-EEEB-4578-AF08-4A047284DEA5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CA13638-AF3E-4778-8C47-8FEF316C3FCA}" type="pres">
      <dgm:prSet presAssocID="{7A1EB95F-3F58-4041-ABAA-41FEF86BEEF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AD5F84B-7A06-4CA6-AEE8-CCA36D873993}" type="pres">
      <dgm:prSet presAssocID="{AE052B88-F275-449A-9CBA-A1C90D762266}" presName="compositeNode" presStyleCnt="0"/>
      <dgm:spPr/>
    </dgm:pt>
    <dgm:pt modelId="{29299606-01A3-4C07-92D1-9D4C8E29AA94}" type="pres">
      <dgm:prSet presAssocID="{AE052B88-F275-449A-9CBA-A1C90D76226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338FC8F-967A-4AB7-B055-D2AE7E59599C}" type="pres">
      <dgm:prSet presAssocID="{AE052B88-F275-449A-9CBA-A1C90D762266}" presName="parSh" presStyleCnt="0"/>
      <dgm:spPr/>
    </dgm:pt>
    <dgm:pt modelId="{A8861C78-99EB-47C1-B938-A2AC8485C6ED}" type="pres">
      <dgm:prSet presAssocID="{AE052B88-F275-449A-9CBA-A1C90D762266}" presName="lineNode" presStyleLbl="alignAccFollowNode1" presStyleIdx="0" presStyleCnt="18"/>
      <dgm:spPr/>
    </dgm:pt>
    <dgm:pt modelId="{761B52F0-6F80-4C06-81EE-235B48257594}" type="pres">
      <dgm:prSet presAssocID="{AE052B88-F275-449A-9CBA-A1C90D762266}" presName="lineArrowNode" presStyleLbl="alignAccFollowNode1" presStyleIdx="1" presStyleCnt="18"/>
      <dgm:spPr/>
    </dgm:pt>
    <dgm:pt modelId="{4929CC79-EDCA-4287-958C-AF616E910B3E}" type="pres">
      <dgm:prSet presAssocID="{4A3713F5-6AF0-427D-B447-51A09FE87264}" presName="sibTransNodeCircle" presStyleLbl="alignNode1" presStyleIdx="0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0286AB00-ED81-491E-84F8-FE2E65458B8E}" type="pres">
      <dgm:prSet presAssocID="{4A3713F5-6AF0-427D-B447-51A09FE87264}" presName="spacerBetweenCircleAndCallout" presStyleCnt="0">
        <dgm:presLayoutVars/>
      </dgm:prSet>
      <dgm:spPr/>
    </dgm:pt>
    <dgm:pt modelId="{FFD6D45F-4575-4966-BF0A-C116C50C83D2}" type="pres">
      <dgm:prSet presAssocID="{AE052B88-F275-449A-9CBA-A1C90D762266}" presName="nodeText" presStyleLbl="alignAccFollowNode1" presStyleIdx="2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31A459-3223-437E-9C73-3C39208AE0B6}" type="pres">
      <dgm:prSet presAssocID="{4A3713F5-6AF0-427D-B447-51A09FE87264}" presName="sibTransComposite" presStyleCnt="0"/>
      <dgm:spPr/>
    </dgm:pt>
    <dgm:pt modelId="{9284C9A5-297F-4B19-AC2B-8E845FA4E35D}" type="pres">
      <dgm:prSet presAssocID="{65F75450-1CD3-408B-BA8F-F12E414DEE1E}" presName="compositeNode" presStyleCnt="0"/>
      <dgm:spPr/>
    </dgm:pt>
    <dgm:pt modelId="{C73EBD5B-ED06-441F-A48F-8427494238FE}" type="pres">
      <dgm:prSet presAssocID="{65F75450-1CD3-408B-BA8F-F12E414DEE1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6487833-D105-4373-BD3E-5488A9D063DB}" type="pres">
      <dgm:prSet presAssocID="{65F75450-1CD3-408B-BA8F-F12E414DEE1E}" presName="parSh" presStyleCnt="0"/>
      <dgm:spPr/>
    </dgm:pt>
    <dgm:pt modelId="{1FBD8D3D-A9BC-4FF6-9553-F6BF2BE9721B}" type="pres">
      <dgm:prSet presAssocID="{65F75450-1CD3-408B-BA8F-F12E414DEE1E}" presName="lineNode" presStyleLbl="alignAccFollowNode1" presStyleIdx="3" presStyleCnt="18"/>
      <dgm:spPr/>
    </dgm:pt>
    <dgm:pt modelId="{DAC304D0-3508-44D7-8929-0CF5F0A1FB26}" type="pres">
      <dgm:prSet presAssocID="{65F75450-1CD3-408B-BA8F-F12E414DEE1E}" presName="lineArrowNode" presStyleLbl="alignAccFollowNode1" presStyleIdx="4" presStyleCnt="18"/>
      <dgm:spPr/>
    </dgm:pt>
    <dgm:pt modelId="{66CFDE1F-ED2B-4379-94A6-381B9856270B}" type="pres">
      <dgm:prSet presAssocID="{9EA7073F-C9E5-4FFD-A536-B829D9FCD1DA}" presName="sibTransNodeCircle" presStyleLbl="alignNode1" presStyleIdx="1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F469EEAF-1910-46F1-99DB-F15CFF5861CB}" type="pres">
      <dgm:prSet presAssocID="{9EA7073F-C9E5-4FFD-A536-B829D9FCD1DA}" presName="spacerBetweenCircleAndCallout" presStyleCnt="0">
        <dgm:presLayoutVars/>
      </dgm:prSet>
      <dgm:spPr/>
    </dgm:pt>
    <dgm:pt modelId="{E6CF3162-34A9-44B8-B33F-0E6602BA7A8B}" type="pres">
      <dgm:prSet presAssocID="{65F75450-1CD3-408B-BA8F-F12E414DEE1E}" presName="nodeText" presStyleLbl="alignAccFollowNode1" presStyleIdx="5" presStyleCnt="18" custScale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6F4B2-9153-4994-816C-89166D73E34F}" type="pres">
      <dgm:prSet presAssocID="{9EA7073F-C9E5-4FFD-A536-B829D9FCD1DA}" presName="sibTransComposite" presStyleCnt="0"/>
      <dgm:spPr/>
    </dgm:pt>
    <dgm:pt modelId="{0122DE7E-6675-4D8C-A629-BFAF359336D8}" type="pres">
      <dgm:prSet presAssocID="{722DB956-E7B1-4448-B96E-1D2CEEFB853A}" presName="compositeNode" presStyleCnt="0"/>
      <dgm:spPr/>
    </dgm:pt>
    <dgm:pt modelId="{FAC71F55-4CD5-479E-9DDD-4628BCF6A27D}" type="pres">
      <dgm:prSet presAssocID="{722DB956-E7B1-4448-B96E-1D2CEEFB853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AB8DE4A-A321-4627-98C3-F20C9916454C}" type="pres">
      <dgm:prSet presAssocID="{722DB956-E7B1-4448-B96E-1D2CEEFB853A}" presName="parSh" presStyleCnt="0"/>
      <dgm:spPr/>
    </dgm:pt>
    <dgm:pt modelId="{761B8345-1F7C-44DC-88F9-708DC2BD2141}" type="pres">
      <dgm:prSet presAssocID="{722DB956-E7B1-4448-B96E-1D2CEEFB853A}" presName="lineNode" presStyleLbl="alignAccFollowNode1" presStyleIdx="6" presStyleCnt="18"/>
      <dgm:spPr/>
    </dgm:pt>
    <dgm:pt modelId="{56CCFDB7-7FF8-4B3E-A5EC-D876980F2349}" type="pres">
      <dgm:prSet presAssocID="{722DB956-E7B1-4448-B96E-1D2CEEFB853A}" presName="lineArrowNode" presStyleLbl="alignAccFollowNode1" presStyleIdx="7" presStyleCnt="18"/>
      <dgm:spPr/>
    </dgm:pt>
    <dgm:pt modelId="{54AD0362-618D-4740-B5BF-7493C61E2728}" type="pres">
      <dgm:prSet presAssocID="{D33755A3-CA22-4F48-BB0A-D95014EAC226}" presName="sibTransNodeCircle" presStyleLbl="alignNode1" presStyleIdx="2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F91F4937-4417-4BC8-9402-C92DF5563828}" type="pres">
      <dgm:prSet presAssocID="{D33755A3-CA22-4F48-BB0A-D95014EAC226}" presName="spacerBetweenCircleAndCallout" presStyleCnt="0">
        <dgm:presLayoutVars/>
      </dgm:prSet>
      <dgm:spPr/>
    </dgm:pt>
    <dgm:pt modelId="{88BEEA0C-BA3E-4D52-ABC8-CAAFFCAACA44}" type="pres">
      <dgm:prSet presAssocID="{722DB956-E7B1-4448-B96E-1D2CEEFB853A}" presName="nodeText" presStyleLbl="alignAccFollowNode1" presStyleIdx="8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1B2B6E-86FF-4B99-9AF1-3F97BA6186E0}" type="pres">
      <dgm:prSet presAssocID="{D33755A3-CA22-4F48-BB0A-D95014EAC226}" presName="sibTransComposite" presStyleCnt="0"/>
      <dgm:spPr/>
    </dgm:pt>
    <dgm:pt modelId="{4408CBB5-E60D-4842-B6D1-99A6B4F9F634}" type="pres">
      <dgm:prSet presAssocID="{BD1FE970-4020-469E-A159-689AAE137D34}" presName="compositeNode" presStyleCnt="0"/>
      <dgm:spPr/>
    </dgm:pt>
    <dgm:pt modelId="{FD4F2E34-DFF3-4484-A945-3BB10A5701A2}" type="pres">
      <dgm:prSet presAssocID="{BD1FE970-4020-469E-A159-689AAE137D3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CE15500-79DA-4244-B0DB-3B2FD469842A}" type="pres">
      <dgm:prSet presAssocID="{BD1FE970-4020-469E-A159-689AAE137D34}" presName="parSh" presStyleCnt="0"/>
      <dgm:spPr/>
    </dgm:pt>
    <dgm:pt modelId="{BFE2B5C2-22E0-4C90-96E2-521AD7EF875B}" type="pres">
      <dgm:prSet presAssocID="{BD1FE970-4020-469E-A159-689AAE137D34}" presName="lineNode" presStyleLbl="alignAccFollowNode1" presStyleIdx="9" presStyleCnt="18"/>
      <dgm:spPr/>
    </dgm:pt>
    <dgm:pt modelId="{8761D363-3B1E-4783-80C4-9FFF88C2E764}" type="pres">
      <dgm:prSet presAssocID="{BD1FE970-4020-469E-A159-689AAE137D34}" presName="lineArrowNode" presStyleLbl="alignAccFollowNode1" presStyleIdx="10" presStyleCnt="18"/>
      <dgm:spPr/>
    </dgm:pt>
    <dgm:pt modelId="{F69089AA-95BD-42AD-B75B-801C3966EBB5}" type="pres">
      <dgm:prSet presAssocID="{D32B91ED-EED7-447E-BA9F-DA20491BD0D9}" presName="sibTransNodeCircle" presStyleLbl="alignNode1" presStyleIdx="3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C1A049B9-A857-4D06-AE98-0FB4D42C6FE6}" type="pres">
      <dgm:prSet presAssocID="{D32B91ED-EED7-447E-BA9F-DA20491BD0D9}" presName="spacerBetweenCircleAndCallout" presStyleCnt="0">
        <dgm:presLayoutVars/>
      </dgm:prSet>
      <dgm:spPr/>
    </dgm:pt>
    <dgm:pt modelId="{7F09DBC4-897E-4A9F-BE09-C5114A871D48}" type="pres">
      <dgm:prSet presAssocID="{BD1FE970-4020-469E-A159-689AAE137D34}" presName="nodeText" presStyleLbl="alignAccFollowNode1" presStyleIdx="11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C1930B-364A-4B2C-8BE3-CD8493BE7F3E}" type="pres">
      <dgm:prSet presAssocID="{D32B91ED-EED7-447E-BA9F-DA20491BD0D9}" presName="sibTransComposite" presStyleCnt="0"/>
      <dgm:spPr/>
    </dgm:pt>
    <dgm:pt modelId="{90194D59-3CDA-4ABA-AF75-933C559861C6}" type="pres">
      <dgm:prSet presAssocID="{894C11A6-FF35-43A7-AB72-B58B26840330}" presName="compositeNode" presStyleCnt="0"/>
      <dgm:spPr/>
    </dgm:pt>
    <dgm:pt modelId="{E7D62F93-753B-4971-8233-41A6DFEFC9AE}" type="pres">
      <dgm:prSet presAssocID="{894C11A6-FF35-43A7-AB72-B58B268403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AE829B5-4999-4704-A23C-1D59E6A583F2}" type="pres">
      <dgm:prSet presAssocID="{894C11A6-FF35-43A7-AB72-B58B26840330}" presName="parSh" presStyleCnt="0"/>
      <dgm:spPr/>
    </dgm:pt>
    <dgm:pt modelId="{C0AA6463-EFFF-4987-9AD5-DFB30DCE7A80}" type="pres">
      <dgm:prSet presAssocID="{894C11A6-FF35-43A7-AB72-B58B26840330}" presName="lineNode" presStyleLbl="alignAccFollowNode1" presStyleIdx="12" presStyleCnt="18"/>
      <dgm:spPr/>
    </dgm:pt>
    <dgm:pt modelId="{AF3E71BE-6869-44B1-A384-27B5AEF58937}" type="pres">
      <dgm:prSet presAssocID="{894C11A6-FF35-43A7-AB72-B58B26840330}" presName="lineArrowNode" presStyleLbl="alignAccFollowNode1" presStyleIdx="13" presStyleCnt="18"/>
      <dgm:spPr/>
    </dgm:pt>
    <dgm:pt modelId="{DE6682BD-4665-4514-B13B-AF07F57E63A4}" type="pres">
      <dgm:prSet presAssocID="{BD584BEA-3FE2-45CD-84F8-D466F5FA614F}" presName="sibTransNodeCircle" presStyleLbl="alignNode1" presStyleIdx="4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E1B49107-B10D-4516-921F-7F8DBC3EFF06}" type="pres">
      <dgm:prSet presAssocID="{BD584BEA-3FE2-45CD-84F8-D466F5FA614F}" presName="spacerBetweenCircleAndCallout" presStyleCnt="0">
        <dgm:presLayoutVars/>
      </dgm:prSet>
      <dgm:spPr/>
    </dgm:pt>
    <dgm:pt modelId="{D1122889-CCAD-4A50-B4C0-1E0F639BDC77}" type="pres">
      <dgm:prSet presAssocID="{894C11A6-FF35-43A7-AB72-B58B26840330}" presName="nodeText" presStyleLbl="alignAccFollowNode1" presStyleIdx="14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7FAAA-6759-4605-9C3A-BF2AAAEE6904}" type="pres">
      <dgm:prSet presAssocID="{BD584BEA-3FE2-45CD-84F8-D466F5FA614F}" presName="sibTransComposite" presStyleCnt="0"/>
      <dgm:spPr/>
    </dgm:pt>
    <dgm:pt modelId="{0C6F96B9-564E-424C-B81D-F6C7AD6D9356}" type="pres">
      <dgm:prSet presAssocID="{83A9C410-FF3A-4177-94B2-31CFA6E9F124}" presName="compositeNode" presStyleCnt="0"/>
      <dgm:spPr/>
    </dgm:pt>
    <dgm:pt modelId="{34703423-4A8D-48AE-AB67-83CD05D353A1}" type="pres">
      <dgm:prSet presAssocID="{83A9C410-FF3A-4177-94B2-31CFA6E9F12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A9D5FBC-1118-4D41-89B2-A0B6EF275A84}" type="pres">
      <dgm:prSet presAssocID="{83A9C410-FF3A-4177-94B2-31CFA6E9F124}" presName="parSh" presStyleCnt="0"/>
      <dgm:spPr/>
    </dgm:pt>
    <dgm:pt modelId="{1E6365E6-0D80-4518-8C11-9CDD05EED084}" type="pres">
      <dgm:prSet presAssocID="{83A9C410-FF3A-4177-94B2-31CFA6E9F124}" presName="lineNode" presStyleLbl="alignAccFollowNode1" presStyleIdx="15" presStyleCnt="18"/>
      <dgm:spPr/>
    </dgm:pt>
    <dgm:pt modelId="{E2ABE464-4644-4051-9E22-AB1949C9B9C3}" type="pres">
      <dgm:prSet presAssocID="{83A9C410-FF3A-4177-94B2-31CFA6E9F124}" presName="lineArrowNode" presStyleLbl="alignAccFollowNode1" presStyleIdx="16" presStyleCnt="18"/>
      <dgm:spPr/>
    </dgm:pt>
    <dgm:pt modelId="{13115048-90A7-4E44-BD9C-74F9BD6E66BC}" type="pres">
      <dgm:prSet presAssocID="{69DEA58A-8121-4AEE-9F7D-B082FB9E90F6}" presName="sibTransNodeCircle" presStyleLbl="alignNode1" presStyleIdx="5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C4C39220-0907-4D14-BCD8-188C8B4301C3}" type="pres">
      <dgm:prSet presAssocID="{69DEA58A-8121-4AEE-9F7D-B082FB9E90F6}" presName="spacerBetweenCircleAndCallout" presStyleCnt="0">
        <dgm:presLayoutVars/>
      </dgm:prSet>
      <dgm:spPr/>
    </dgm:pt>
    <dgm:pt modelId="{22F559CE-9F7E-447A-8F8A-C3939B60C905}" type="pres">
      <dgm:prSet presAssocID="{83A9C410-FF3A-4177-94B2-31CFA6E9F124}" presName="nodeText" presStyleLbl="alignAccFollowNode1" presStyleIdx="17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0AAA05B-7960-4456-8166-1499693AD41E}" type="presOf" srcId="{BD1FE970-4020-469E-A159-689AAE137D34}" destId="{7F09DBC4-897E-4A9F-BE09-C5114A871D48}" srcOrd="0" destOrd="0" presId="urn:microsoft.com/office/officeart/2016/7/layout/LinearArrowProcessNumbered"/>
    <dgm:cxn modelId="{3D84019B-EEEB-4578-AF08-4A047284DEA5}" srcId="{7A1EB95F-3F58-4041-ABAA-41FEF86BEEFA}" destId="{83A9C410-FF3A-4177-94B2-31CFA6E9F124}" srcOrd="5" destOrd="0" parTransId="{191811A9-C50C-4FBD-AE0C-3B567917AD36}" sibTransId="{69DEA58A-8121-4AEE-9F7D-B082FB9E90F6}"/>
    <dgm:cxn modelId="{951F664C-F67A-47BC-BE02-BD90585F7646}" type="presOf" srcId="{D33755A3-CA22-4F48-BB0A-D95014EAC226}" destId="{54AD0362-618D-4740-B5BF-7493C61E2728}" srcOrd="0" destOrd="0" presId="urn:microsoft.com/office/officeart/2016/7/layout/LinearArrowProcessNumbered"/>
    <dgm:cxn modelId="{81B5BC8A-E153-4E5C-B0AB-A2F823EB7A74}" srcId="{7A1EB95F-3F58-4041-ABAA-41FEF86BEEFA}" destId="{BD1FE970-4020-469E-A159-689AAE137D34}" srcOrd="3" destOrd="0" parTransId="{34AD21E6-5470-4878-BD87-F3990547D285}" sibTransId="{D32B91ED-EED7-447E-BA9F-DA20491BD0D9}"/>
    <dgm:cxn modelId="{7331B063-285E-4921-8D8C-720631F31A7D}" type="presOf" srcId="{83A9C410-FF3A-4177-94B2-31CFA6E9F124}" destId="{22F559CE-9F7E-447A-8F8A-C3939B60C905}" srcOrd="0" destOrd="0" presId="urn:microsoft.com/office/officeart/2016/7/layout/LinearArrowProcessNumbered"/>
    <dgm:cxn modelId="{DA9C294F-B626-445C-A29B-8621DE1B1760}" type="presOf" srcId="{7A1EB95F-3F58-4041-ABAA-41FEF86BEEFA}" destId="{3CA13638-AF3E-4778-8C47-8FEF316C3FCA}" srcOrd="0" destOrd="0" presId="urn:microsoft.com/office/officeart/2016/7/layout/LinearArrowProcessNumbered"/>
    <dgm:cxn modelId="{F1EB9755-D103-4AD5-9B14-E50DB6DBB68B}" srcId="{7A1EB95F-3F58-4041-ABAA-41FEF86BEEFA}" destId="{65F75450-1CD3-408B-BA8F-F12E414DEE1E}" srcOrd="1" destOrd="0" parTransId="{3231B84E-5CCA-4A67-850C-D44CE9E36C0B}" sibTransId="{9EA7073F-C9E5-4FFD-A536-B829D9FCD1DA}"/>
    <dgm:cxn modelId="{67F45AED-C020-43F1-9773-75167DE6A12C}" type="presOf" srcId="{69DEA58A-8121-4AEE-9F7D-B082FB9E90F6}" destId="{13115048-90A7-4E44-BD9C-74F9BD6E66BC}" srcOrd="0" destOrd="0" presId="urn:microsoft.com/office/officeart/2016/7/layout/LinearArrowProcessNumbered"/>
    <dgm:cxn modelId="{B738FC0A-308A-4B9E-B035-804A9BBFC1A0}" type="presOf" srcId="{BD584BEA-3FE2-45CD-84F8-D466F5FA614F}" destId="{DE6682BD-4665-4514-B13B-AF07F57E63A4}" srcOrd="0" destOrd="0" presId="urn:microsoft.com/office/officeart/2016/7/layout/LinearArrowProcessNumbered"/>
    <dgm:cxn modelId="{8C528057-6F53-4637-A899-A3E1F1D38391}" srcId="{7A1EB95F-3F58-4041-ABAA-41FEF86BEEFA}" destId="{722DB956-E7B1-4448-B96E-1D2CEEFB853A}" srcOrd="2" destOrd="0" parTransId="{4DC448C0-CF7A-4EBF-B98D-4A358F9FBBB1}" sibTransId="{D33755A3-CA22-4F48-BB0A-D95014EAC226}"/>
    <dgm:cxn modelId="{9CCD7483-DC07-4391-849A-34F63BB8D8D9}" type="presOf" srcId="{65F75450-1CD3-408B-BA8F-F12E414DEE1E}" destId="{E6CF3162-34A9-44B8-B33F-0E6602BA7A8B}" srcOrd="0" destOrd="0" presId="urn:microsoft.com/office/officeart/2016/7/layout/LinearArrowProcessNumbered"/>
    <dgm:cxn modelId="{CEEEB2F6-612E-4F3F-98A8-C8A801CED660}" srcId="{7A1EB95F-3F58-4041-ABAA-41FEF86BEEFA}" destId="{894C11A6-FF35-43A7-AB72-B58B26840330}" srcOrd="4" destOrd="0" parTransId="{54A9FC16-DFCF-44F5-B352-6E63E2A5AD82}" sibTransId="{BD584BEA-3FE2-45CD-84F8-D466F5FA614F}"/>
    <dgm:cxn modelId="{5A5F0468-5FFE-4F71-BC4D-1F3AE3DD4423}" type="presOf" srcId="{4A3713F5-6AF0-427D-B447-51A09FE87264}" destId="{4929CC79-EDCA-4287-958C-AF616E910B3E}" srcOrd="0" destOrd="0" presId="urn:microsoft.com/office/officeart/2016/7/layout/LinearArrowProcessNumbered"/>
    <dgm:cxn modelId="{4C11E957-B16C-449E-BD86-0534C0D29480}" type="presOf" srcId="{D32B91ED-EED7-447E-BA9F-DA20491BD0D9}" destId="{F69089AA-95BD-42AD-B75B-801C3966EBB5}" srcOrd="0" destOrd="0" presId="urn:microsoft.com/office/officeart/2016/7/layout/LinearArrowProcessNumbered"/>
    <dgm:cxn modelId="{3F24DF5B-28B1-4E40-8D7C-B3A92D27D7A0}" type="presOf" srcId="{9EA7073F-C9E5-4FFD-A536-B829D9FCD1DA}" destId="{66CFDE1F-ED2B-4379-94A6-381B9856270B}" srcOrd="0" destOrd="0" presId="urn:microsoft.com/office/officeart/2016/7/layout/LinearArrowProcessNumbered"/>
    <dgm:cxn modelId="{DF1875AD-E11E-485A-81C0-907493C97086}" srcId="{7A1EB95F-3F58-4041-ABAA-41FEF86BEEFA}" destId="{AE052B88-F275-449A-9CBA-A1C90D762266}" srcOrd="0" destOrd="0" parTransId="{17E0E55D-385A-4668-914A-AE86E73637CA}" sibTransId="{4A3713F5-6AF0-427D-B447-51A09FE87264}"/>
    <dgm:cxn modelId="{995D0344-0AC9-4395-9AD7-60F9A3EF9037}" type="presOf" srcId="{894C11A6-FF35-43A7-AB72-B58B26840330}" destId="{D1122889-CCAD-4A50-B4C0-1E0F639BDC77}" srcOrd="0" destOrd="0" presId="urn:microsoft.com/office/officeart/2016/7/layout/LinearArrowProcessNumbered"/>
    <dgm:cxn modelId="{3D272453-4648-4DB4-8561-7F1193C75AD8}" type="presOf" srcId="{AE052B88-F275-449A-9CBA-A1C90D762266}" destId="{FFD6D45F-4575-4966-BF0A-C116C50C83D2}" srcOrd="0" destOrd="0" presId="urn:microsoft.com/office/officeart/2016/7/layout/LinearArrowProcessNumbered"/>
    <dgm:cxn modelId="{17AD5A79-C7DF-4901-A4ED-1EF713864286}" type="presOf" srcId="{722DB956-E7B1-4448-B96E-1D2CEEFB853A}" destId="{88BEEA0C-BA3E-4D52-ABC8-CAAFFCAACA44}" srcOrd="0" destOrd="0" presId="urn:microsoft.com/office/officeart/2016/7/layout/LinearArrowProcessNumbered"/>
    <dgm:cxn modelId="{1A15C7F3-4C4F-4678-9CEB-5A1F74CE4D32}" type="presParOf" srcId="{3CA13638-AF3E-4778-8C47-8FEF316C3FCA}" destId="{1AD5F84B-7A06-4CA6-AEE8-CCA36D873993}" srcOrd="0" destOrd="0" presId="urn:microsoft.com/office/officeart/2016/7/layout/LinearArrowProcessNumbered"/>
    <dgm:cxn modelId="{E5D6A919-6968-46C1-AB4B-845010010B7A}" type="presParOf" srcId="{1AD5F84B-7A06-4CA6-AEE8-CCA36D873993}" destId="{29299606-01A3-4C07-92D1-9D4C8E29AA94}" srcOrd="0" destOrd="0" presId="urn:microsoft.com/office/officeart/2016/7/layout/LinearArrowProcessNumbered"/>
    <dgm:cxn modelId="{C09A50B0-EF16-47A9-B7D2-285A5019C4A5}" type="presParOf" srcId="{1AD5F84B-7A06-4CA6-AEE8-CCA36D873993}" destId="{2338FC8F-967A-4AB7-B055-D2AE7E59599C}" srcOrd="1" destOrd="0" presId="urn:microsoft.com/office/officeart/2016/7/layout/LinearArrowProcessNumbered"/>
    <dgm:cxn modelId="{8C88FF8C-BD8B-49AE-8F34-85A2A9C4D53A}" type="presParOf" srcId="{2338FC8F-967A-4AB7-B055-D2AE7E59599C}" destId="{A8861C78-99EB-47C1-B938-A2AC8485C6ED}" srcOrd="0" destOrd="0" presId="urn:microsoft.com/office/officeart/2016/7/layout/LinearArrowProcessNumbered"/>
    <dgm:cxn modelId="{7EAD458A-268A-4C17-9178-28653D37B1E9}" type="presParOf" srcId="{2338FC8F-967A-4AB7-B055-D2AE7E59599C}" destId="{761B52F0-6F80-4C06-81EE-235B48257594}" srcOrd="1" destOrd="0" presId="urn:microsoft.com/office/officeart/2016/7/layout/LinearArrowProcessNumbered"/>
    <dgm:cxn modelId="{8073894D-125E-4D3A-A0FC-829DFA81384E}" type="presParOf" srcId="{2338FC8F-967A-4AB7-B055-D2AE7E59599C}" destId="{4929CC79-EDCA-4287-958C-AF616E910B3E}" srcOrd="2" destOrd="0" presId="urn:microsoft.com/office/officeart/2016/7/layout/LinearArrowProcessNumbered"/>
    <dgm:cxn modelId="{94F972F3-9299-4D23-85B1-91ADD368121B}" type="presParOf" srcId="{2338FC8F-967A-4AB7-B055-D2AE7E59599C}" destId="{0286AB00-ED81-491E-84F8-FE2E65458B8E}" srcOrd="3" destOrd="0" presId="urn:microsoft.com/office/officeart/2016/7/layout/LinearArrowProcessNumbered"/>
    <dgm:cxn modelId="{EDFE7D8C-1D7C-4569-9667-62849E1CF824}" type="presParOf" srcId="{1AD5F84B-7A06-4CA6-AEE8-CCA36D873993}" destId="{FFD6D45F-4575-4966-BF0A-C116C50C83D2}" srcOrd="2" destOrd="0" presId="urn:microsoft.com/office/officeart/2016/7/layout/LinearArrowProcessNumbered"/>
    <dgm:cxn modelId="{75F148BB-340E-45D7-B48C-D47DA2CB521D}" type="presParOf" srcId="{3CA13638-AF3E-4778-8C47-8FEF316C3FCA}" destId="{DD31A459-3223-437E-9C73-3C39208AE0B6}" srcOrd="1" destOrd="0" presId="urn:microsoft.com/office/officeart/2016/7/layout/LinearArrowProcessNumbered"/>
    <dgm:cxn modelId="{254114BB-E918-482F-BDA7-E7F3E8511E69}" type="presParOf" srcId="{3CA13638-AF3E-4778-8C47-8FEF316C3FCA}" destId="{9284C9A5-297F-4B19-AC2B-8E845FA4E35D}" srcOrd="2" destOrd="0" presId="urn:microsoft.com/office/officeart/2016/7/layout/LinearArrowProcessNumbered"/>
    <dgm:cxn modelId="{CA506140-BEF2-4978-8D4D-DC99783661EE}" type="presParOf" srcId="{9284C9A5-297F-4B19-AC2B-8E845FA4E35D}" destId="{C73EBD5B-ED06-441F-A48F-8427494238FE}" srcOrd="0" destOrd="0" presId="urn:microsoft.com/office/officeart/2016/7/layout/LinearArrowProcessNumbered"/>
    <dgm:cxn modelId="{914D0842-92A6-4381-8ACE-31B85B80FBE3}" type="presParOf" srcId="{9284C9A5-297F-4B19-AC2B-8E845FA4E35D}" destId="{76487833-D105-4373-BD3E-5488A9D063DB}" srcOrd="1" destOrd="0" presId="urn:microsoft.com/office/officeart/2016/7/layout/LinearArrowProcessNumbered"/>
    <dgm:cxn modelId="{D5E5847B-503C-4418-A7B2-83C4359D6C1D}" type="presParOf" srcId="{76487833-D105-4373-BD3E-5488A9D063DB}" destId="{1FBD8D3D-A9BC-4FF6-9553-F6BF2BE9721B}" srcOrd="0" destOrd="0" presId="urn:microsoft.com/office/officeart/2016/7/layout/LinearArrowProcessNumbered"/>
    <dgm:cxn modelId="{46A5D9F7-208E-4EE8-AA67-24B3861D6F03}" type="presParOf" srcId="{76487833-D105-4373-BD3E-5488A9D063DB}" destId="{DAC304D0-3508-44D7-8929-0CF5F0A1FB26}" srcOrd="1" destOrd="0" presId="urn:microsoft.com/office/officeart/2016/7/layout/LinearArrowProcessNumbered"/>
    <dgm:cxn modelId="{BA20A32D-A6E1-4B1F-9C6A-EB04CC0B1B56}" type="presParOf" srcId="{76487833-D105-4373-BD3E-5488A9D063DB}" destId="{66CFDE1F-ED2B-4379-94A6-381B9856270B}" srcOrd="2" destOrd="0" presId="urn:microsoft.com/office/officeart/2016/7/layout/LinearArrowProcessNumbered"/>
    <dgm:cxn modelId="{46A7CCAA-48B9-4AC6-B022-FED7F207ABC7}" type="presParOf" srcId="{76487833-D105-4373-BD3E-5488A9D063DB}" destId="{F469EEAF-1910-46F1-99DB-F15CFF5861CB}" srcOrd="3" destOrd="0" presId="urn:microsoft.com/office/officeart/2016/7/layout/LinearArrowProcessNumbered"/>
    <dgm:cxn modelId="{87AA4EB5-8B2D-4F12-9AA6-E57D88C0F272}" type="presParOf" srcId="{9284C9A5-297F-4B19-AC2B-8E845FA4E35D}" destId="{E6CF3162-34A9-44B8-B33F-0E6602BA7A8B}" srcOrd="2" destOrd="0" presId="urn:microsoft.com/office/officeart/2016/7/layout/LinearArrowProcessNumbered"/>
    <dgm:cxn modelId="{4FD2F12E-CEB4-48FC-8ECF-642056704BAE}" type="presParOf" srcId="{3CA13638-AF3E-4778-8C47-8FEF316C3FCA}" destId="{28E6F4B2-9153-4994-816C-89166D73E34F}" srcOrd="3" destOrd="0" presId="urn:microsoft.com/office/officeart/2016/7/layout/LinearArrowProcessNumbered"/>
    <dgm:cxn modelId="{D519F018-3534-499F-8BE4-90972303F3F2}" type="presParOf" srcId="{3CA13638-AF3E-4778-8C47-8FEF316C3FCA}" destId="{0122DE7E-6675-4D8C-A629-BFAF359336D8}" srcOrd="4" destOrd="0" presId="urn:microsoft.com/office/officeart/2016/7/layout/LinearArrowProcessNumbered"/>
    <dgm:cxn modelId="{D2D27D06-7981-4248-A5AA-989F9D40AD02}" type="presParOf" srcId="{0122DE7E-6675-4D8C-A629-BFAF359336D8}" destId="{FAC71F55-4CD5-479E-9DDD-4628BCF6A27D}" srcOrd="0" destOrd="0" presId="urn:microsoft.com/office/officeart/2016/7/layout/LinearArrowProcessNumbered"/>
    <dgm:cxn modelId="{F4E0ED77-DA81-4FC0-8160-7835A20A8C3F}" type="presParOf" srcId="{0122DE7E-6675-4D8C-A629-BFAF359336D8}" destId="{5AB8DE4A-A321-4627-98C3-F20C9916454C}" srcOrd="1" destOrd="0" presId="urn:microsoft.com/office/officeart/2016/7/layout/LinearArrowProcessNumbered"/>
    <dgm:cxn modelId="{AD3DEC06-BD79-43E2-B248-161A3AD4E475}" type="presParOf" srcId="{5AB8DE4A-A321-4627-98C3-F20C9916454C}" destId="{761B8345-1F7C-44DC-88F9-708DC2BD2141}" srcOrd="0" destOrd="0" presId="urn:microsoft.com/office/officeart/2016/7/layout/LinearArrowProcessNumbered"/>
    <dgm:cxn modelId="{91545CD5-0C66-4EF7-98AB-428853DE202F}" type="presParOf" srcId="{5AB8DE4A-A321-4627-98C3-F20C9916454C}" destId="{56CCFDB7-7FF8-4B3E-A5EC-D876980F2349}" srcOrd="1" destOrd="0" presId="urn:microsoft.com/office/officeart/2016/7/layout/LinearArrowProcessNumbered"/>
    <dgm:cxn modelId="{A58E4D86-F401-4F0E-A746-28B6BF4E8FFE}" type="presParOf" srcId="{5AB8DE4A-A321-4627-98C3-F20C9916454C}" destId="{54AD0362-618D-4740-B5BF-7493C61E2728}" srcOrd="2" destOrd="0" presId="urn:microsoft.com/office/officeart/2016/7/layout/LinearArrowProcessNumbered"/>
    <dgm:cxn modelId="{C6CBD7A4-C270-42A0-9983-9C006A810AAE}" type="presParOf" srcId="{5AB8DE4A-A321-4627-98C3-F20C9916454C}" destId="{F91F4937-4417-4BC8-9402-C92DF5563828}" srcOrd="3" destOrd="0" presId="urn:microsoft.com/office/officeart/2016/7/layout/LinearArrowProcessNumbered"/>
    <dgm:cxn modelId="{40AF65F3-D59B-4DAB-8320-720D0F369CF7}" type="presParOf" srcId="{0122DE7E-6675-4D8C-A629-BFAF359336D8}" destId="{88BEEA0C-BA3E-4D52-ABC8-CAAFFCAACA44}" srcOrd="2" destOrd="0" presId="urn:microsoft.com/office/officeart/2016/7/layout/LinearArrowProcessNumbered"/>
    <dgm:cxn modelId="{31084CA9-7375-47CA-8529-4E22ADD11F9E}" type="presParOf" srcId="{3CA13638-AF3E-4778-8C47-8FEF316C3FCA}" destId="{141B2B6E-86FF-4B99-9AF1-3F97BA6186E0}" srcOrd="5" destOrd="0" presId="urn:microsoft.com/office/officeart/2016/7/layout/LinearArrowProcessNumbered"/>
    <dgm:cxn modelId="{1AE5484A-751A-485B-A4C0-2D036A19EE01}" type="presParOf" srcId="{3CA13638-AF3E-4778-8C47-8FEF316C3FCA}" destId="{4408CBB5-E60D-4842-B6D1-99A6B4F9F634}" srcOrd="6" destOrd="0" presId="urn:microsoft.com/office/officeart/2016/7/layout/LinearArrowProcessNumbered"/>
    <dgm:cxn modelId="{9213DB54-0189-4133-B827-DF25834AE560}" type="presParOf" srcId="{4408CBB5-E60D-4842-B6D1-99A6B4F9F634}" destId="{FD4F2E34-DFF3-4484-A945-3BB10A5701A2}" srcOrd="0" destOrd="0" presId="urn:microsoft.com/office/officeart/2016/7/layout/LinearArrowProcessNumbered"/>
    <dgm:cxn modelId="{481B1774-8A77-465C-B721-4D2AB0CB1637}" type="presParOf" srcId="{4408CBB5-E60D-4842-B6D1-99A6B4F9F634}" destId="{6CE15500-79DA-4244-B0DB-3B2FD469842A}" srcOrd="1" destOrd="0" presId="urn:microsoft.com/office/officeart/2016/7/layout/LinearArrowProcessNumbered"/>
    <dgm:cxn modelId="{E3354E4B-75E1-4CF1-A3D7-7C832091B413}" type="presParOf" srcId="{6CE15500-79DA-4244-B0DB-3B2FD469842A}" destId="{BFE2B5C2-22E0-4C90-96E2-521AD7EF875B}" srcOrd="0" destOrd="0" presId="urn:microsoft.com/office/officeart/2016/7/layout/LinearArrowProcessNumbered"/>
    <dgm:cxn modelId="{F5AF68F9-7D40-4A80-B727-750C2A66BCBA}" type="presParOf" srcId="{6CE15500-79DA-4244-B0DB-3B2FD469842A}" destId="{8761D363-3B1E-4783-80C4-9FFF88C2E764}" srcOrd="1" destOrd="0" presId="urn:microsoft.com/office/officeart/2016/7/layout/LinearArrowProcessNumbered"/>
    <dgm:cxn modelId="{A1E39380-1B90-437B-8861-613EDC8BB3EF}" type="presParOf" srcId="{6CE15500-79DA-4244-B0DB-3B2FD469842A}" destId="{F69089AA-95BD-42AD-B75B-801C3966EBB5}" srcOrd="2" destOrd="0" presId="urn:microsoft.com/office/officeart/2016/7/layout/LinearArrowProcessNumbered"/>
    <dgm:cxn modelId="{0179D89C-59B6-4937-8577-A6EA9FB49152}" type="presParOf" srcId="{6CE15500-79DA-4244-B0DB-3B2FD469842A}" destId="{C1A049B9-A857-4D06-AE98-0FB4D42C6FE6}" srcOrd="3" destOrd="0" presId="urn:microsoft.com/office/officeart/2016/7/layout/LinearArrowProcessNumbered"/>
    <dgm:cxn modelId="{293DC3B9-0EAF-4DDE-A1E2-CB8EC65400E9}" type="presParOf" srcId="{4408CBB5-E60D-4842-B6D1-99A6B4F9F634}" destId="{7F09DBC4-897E-4A9F-BE09-C5114A871D48}" srcOrd="2" destOrd="0" presId="urn:microsoft.com/office/officeart/2016/7/layout/LinearArrowProcessNumbered"/>
    <dgm:cxn modelId="{9C40C8C0-0B0D-4D3E-93AE-9DBCD6C7653B}" type="presParOf" srcId="{3CA13638-AF3E-4778-8C47-8FEF316C3FCA}" destId="{75C1930B-364A-4B2C-8BE3-CD8493BE7F3E}" srcOrd="7" destOrd="0" presId="urn:microsoft.com/office/officeart/2016/7/layout/LinearArrowProcessNumbered"/>
    <dgm:cxn modelId="{896D1AC4-A0C5-4F72-89A3-6F204FE9B869}" type="presParOf" srcId="{3CA13638-AF3E-4778-8C47-8FEF316C3FCA}" destId="{90194D59-3CDA-4ABA-AF75-933C559861C6}" srcOrd="8" destOrd="0" presId="urn:microsoft.com/office/officeart/2016/7/layout/LinearArrowProcessNumbered"/>
    <dgm:cxn modelId="{54D5D452-81E5-4AED-97A5-A20BAE779BB8}" type="presParOf" srcId="{90194D59-3CDA-4ABA-AF75-933C559861C6}" destId="{E7D62F93-753B-4971-8233-41A6DFEFC9AE}" srcOrd="0" destOrd="0" presId="urn:microsoft.com/office/officeart/2016/7/layout/LinearArrowProcessNumbered"/>
    <dgm:cxn modelId="{09A62620-F6A9-4711-BD8B-6C126B60EC87}" type="presParOf" srcId="{90194D59-3CDA-4ABA-AF75-933C559861C6}" destId="{4AE829B5-4999-4704-A23C-1D59E6A583F2}" srcOrd="1" destOrd="0" presId="urn:microsoft.com/office/officeart/2016/7/layout/LinearArrowProcessNumbered"/>
    <dgm:cxn modelId="{14C7B328-4B23-4CC9-B806-E97933DD639F}" type="presParOf" srcId="{4AE829B5-4999-4704-A23C-1D59E6A583F2}" destId="{C0AA6463-EFFF-4987-9AD5-DFB30DCE7A80}" srcOrd="0" destOrd="0" presId="urn:microsoft.com/office/officeart/2016/7/layout/LinearArrowProcessNumbered"/>
    <dgm:cxn modelId="{06C7D846-2C9B-47DA-9123-06BB69E783C7}" type="presParOf" srcId="{4AE829B5-4999-4704-A23C-1D59E6A583F2}" destId="{AF3E71BE-6869-44B1-A384-27B5AEF58937}" srcOrd="1" destOrd="0" presId="urn:microsoft.com/office/officeart/2016/7/layout/LinearArrowProcessNumbered"/>
    <dgm:cxn modelId="{F8DDC637-45AB-432C-A188-2495DE12E865}" type="presParOf" srcId="{4AE829B5-4999-4704-A23C-1D59E6A583F2}" destId="{DE6682BD-4665-4514-B13B-AF07F57E63A4}" srcOrd="2" destOrd="0" presId="urn:microsoft.com/office/officeart/2016/7/layout/LinearArrowProcessNumbered"/>
    <dgm:cxn modelId="{42FFBE9E-3B5C-459B-B867-A28173D223AB}" type="presParOf" srcId="{4AE829B5-4999-4704-A23C-1D59E6A583F2}" destId="{E1B49107-B10D-4516-921F-7F8DBC3EFF06}" srcOrd="3" destOrd="0" presId="urn:microsoft.com/office/officeart/2016/7/layout/LinearArrowProcessNumbered"/>
    <dgm:cxn modelId="{46C575D1-E8C4-4554-8DA0-6EED5B449EB9}" type="presParOf" srcId="{90194D59-3CDA-4ABA-AF75-933C559861C6}" destId="{D1122889-CCAD-4A50-B4C0-1E0F639BDC77}" srcOrd="2" destOrd="0" presId="urn:microsoft.com/office/officeart/2016/7/layout/LinearArrowProcessNumbered"/>
    <dgm:cxn modelId="{D1E3EE95-6F2D-424E-87A8-4D4C0D8863DB}" type="presParOf" srcId="{3CA13638-AF3E-4778-8C47-8FEF316C3FCA}" destId="{C257FAAA-6759-4605-9C3A-BF2AAAEE6904}" srcOrd="9" destOrd="0" presId="urn:microsoft.com/office/officeart/2016/7/layout/LinearArrowProcessNumbered"/>
    <dgm:cxn modelId="{6AA84EC0-AB34-496B-9A05-C81A70367D78}" type="presParOf" srcId="{3CA13638-AF3E-4778-8C47-8FEF316C3FCA}" destId="{0C6F96B9-564E-424C-B81D-F6C7AD6D9356}" srcOrd="10" destOrd="0" presId="urn:microsoft.com/office/officeart/2016/7/layout/LinearArrowProcessNumbered"/>
    <dgm:cxn modelId="{5FDEAB68-6DC4-46A7-97D6-127AE48D5D68}" type="presParOf" srcId="{0C6F96B9-564E-424C-B81D-F6C7AD6D9356}" destId="{34703423-4A8D-48AE-AB67-83CD05D353A1}" srcOrd="0" destOrd="0" presId="urn:microsoft.com/office/officeart/2016/7/layout/LinearArrowProcessNumbered"/>
    <dgm:cxn modelId="{B7405DCD-0E3C-489A-9E77-E3E11F7D3966}" type="presParOf" srcId="{0C6F96B9-564E-424C-B81D-F6C7AD6D9356}" destId="{DA9D5FBC-1118-4D41-89B2-A0B6EF275A84}" srcOrd="1" destOrd="0" presId="urn:microsoft.com/office/officeart/2016/7/layout/LinearArrowProcessNumbered"/>
    <dgm:cxn modelId="{CA4C7610-3D22-49CB-B5BF-D4DBF8D96759}" type="presParOf" srcId="{DA9D5FBC-1118-4D41-89B2-A0B6EF275A84}" destId="{1E6365E6-0D80-4518-8C11-9CDD05EED084}" srcOrd="0" destOrd="0" presId="urn:microsoft.com/office/officeart/2016/7/layout/LinearArrowProcessNumbered"/>
    <dgm:cxn modelId="{CDCD987A-7770-4ED0-B8C5-194CEA72B574}" type="presParOf" srcId="{DA9D5FBC-1118-4D41-89B2-A0B6EF275A84}" destId="{E2ABE464-4644-4051-9E22-AB1949C9B9C3}" srcOrd="1" destOrd="0" presId="urn:microsoft.com/office/officeart/2016/7/layout/LinearArrowProcessNumbered"/>
    <dgm:cxn modelId="{1F12EA9A-D154-47CD-AB6C-08A41298B091}" type="presParOf" srcId="{DA9D5FBC-1118-4D41-89B2-A0B6EF275A84}" destId="{13115048-90A7-4E44-BD9C-74F9BD6E66BC}" srcOrd="2" destOrd="0" presId="urn:microsoft.com/office/officeart/2016/7/layout/LinearArrowProcessNumbered"/>
    <dgm:cxn modelId="{6F15877B-8848-4CF6-BD2E-B764752CD977}" type="presParOf" srcId="{DA9D5FBC-1118-4D41-89B2-A0B6EF275A84}" destId="{C4C39220-0907-4D14-BCD8-188C8B4301C3}" srcOrd="3" destOrd="0" presId="urn:microsoft.com/office/officeart/2016/7/layout/LinearArrowProcessNumbered"/>
    <dgm:cxn modelId="{0D3EAF3C-F746-4B62-93BC-110B04ACA941}" type="presParOf" srcId="{0C6F96B9-564E-424C-B81D-F6C7AD6D9356}" destId="{22F559CE-9F7E-447A-8F8A-C3939B60C90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A3741B-745D-4BD2-9328-351C0E9977C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6CE3F8-3178-480A-ACA5-E02594A698DB}">
      <dgm:prSet/>
      <dgm:spPr/>
      <dgm:t>
        <a:bodyPr/>
        <a:lstStyle/>
        <a:p>
          <a:r>
            <a:rPr lang="en-US"/>
            <a:t>1. Line plot</a:t>
          </a:r>
        </a:p>
      </dgm:t>
    </dgm:pt>
    <dgm:pt modelId="{285EBAB3-EAE3-41ED-8809-FB884538AACF}" type="parTrans" cxnId="{337E72C3-59A3-4E9F-B236-8F7B023BAEB7}">
      <dgm:prSet/>
      <dgm:spPr/>
      <dgm:t>
        <a:bodyPr/>
        <a:lstStyle/>
        <a:p>
          <a:endParaRPr lang="en-US"/>
        </a:p>
      </dgm:t>
    </dgm:pt>
    <dgm:pt modelId="{26767F1A-8D64-473F-BF16-28B4A0CBBCE7}" type="sibTrans" cxnId="{337E72C3-59A3-4E9F-B236-8F7B023BAEB7}">
      <dgm:prSet/>
      <dgm:spPr/>
      <dgm:t>
        <a:bodyPr/>
        <a:lstStyle/>
        <a:p>
          <a:endParaRPr lang="en-US"/>
        </a:p>
      </dgm:t>
    </dgm:pt>
    <dgm:pt modelId="{1786042C-2F94-490F-A45C-D6EB8BF7B33B}">
      <dgm:prSet/>
      <dgm:spPr/>
      <dgm:t>
        <a:bodyPr/>
        <a:lstStyle/>
        <a:p>
          <a:r>
            <a:rPr lang="en-US"/>
            <a:t>2. Bar plot</a:t>
          </a:r>
        </a:p>
      </dgm:t>
    </dgm:pt>
    <dgm:pt modelId="{172A636B-513B-4EF4-A7F3-C383C1D3B356}" type="parTrans" cxnId="{0B337877-B48F-46A5-8B5E-EC3A5239B45C}">
      <dgm:prSet/>
      <dgm:spPr/>
      <dgm:t>
        <a:bodyPr/>
        <a:lstStyle/>
        <a:p>
          <a:endParaRPr lang="en-US"/>
        </a:p>
      </dgm:t>
    </dgm:pt>
    <dgm:pt modelId="{B7EA820A-9E75-48D5-A8CD-1D27DA8D8990}" type="sibTrans" cxnId="{0B337877-B48F-46A5-8B5E-EC3A5239B45C}">
      <dgm:prSet/>
      <dgm:spPr/>
      <dgm:t>
        <a:bodyPr/>
        <a:lstStyle/>
        <a:p>
          <a:endParaRPr lang="en-US"/>
        </a:p>
      </dgm:t>
    </dgm:pt>
    <dgm:pt modelId="{70C4E884-A9AF-4D37-89E9-FA698B9C82B8}">
      <dgm:prSet/>
      <dgm:spPr/>
      <dgm:t>
        <a:bodyPr/>
        <a:lstStyle/>
        <a:p>
          <a:r>
            <a:rPr lang="en-US"/>
            <a:t>3. Scatter plot</a:t>
          </a:r>
        </a:p>
      </dgm:t>
    </dgm:pt>
    <dgm:pt modelId="{E49E45E7-C489-4BB4-8A1B-D6CF632C196B}" type="parTrans" cxnId="{106D3273-36E2-4BD2-BA33-FDC0B3D760C4}">
      <dgm:prSet/>
      <dgm:spPr/>
      <dgm:t>
        <a:bodyPr/>
        <a:lstStyle/>
        <a:p>
          <a:endParaRPr lang="en-US"/>
        </a:p>
      </dgm:t>
    </dgm:pt>
    <dgm:pt modelId="{C009BCB7-4445-48DA-8851-662DFC413F91}" type="sibTrans" cxnId="{106D3273-36E2-4BD2-BA33-FDC0B3D760C4}">
      <dgm:prSet/>
      <dgm:spPr/>
      <dgm:t>
        <a:bodyPr/>
        <a:lstStyle/>
        <a:p>
          <a:endParaRPr lang="en-US"/>
        </a:p>
      </dgm:t>
    </dgm:pt>
    <dgm:pt modelId="{D01D95FA-9B77-4DA3-9054-F0AE7135E810}">
      <dgm:prSet/>
      <dgm:spPr/>
      <dgm:t>
        <a:bodyPr/>
        <a:lstStyle/>
        <a:p>
          <a:r>
            <a:rPr lang="en-US"/>
            <a:t>4. Box plot</a:t>
          </a:r>
        </a:p>
      </dgm:t>
    </dgm:pt>
    <dgm:pt modelId="{CE1292BD-87D0-472B-B61A-4E88EAA4770F}" type="parTrans" cxnId="{DB622491-BF30-4B70-AB8B-B04839B8D40E}">
      <dgm:prSet/>
      <dgm:spPr/>
      <dgm:t>
        <a:bodyPr/>
        <a:lstStyle/>
        <a:p>
          <a:endParaRPr lang="en-US"/>
        </a:p>
      </dgm:t>
    </dgm:pt>
    <dgm:pt modelId="{86FC8E2F-7AB5-4C64-AC8F-A9B3E62D0938}" type="sibTrans" cxnId="{DB622491-BF30-4B70-AB8B-B04839B8D40E}">
      <dgm:prSet/>
      <dgm:spPr/>
      <dgm:t>
        <a:bodyPr/>
        <a:lstStyle/>
        <a:p>
          <a:endParaRPr lang="en-US"/>
        </a:p>
      </dgm:t>
    </dgm:pt>
    <dgm:pt modelId="{836375DE-9564-4462-A9FD-0124D5F53F6C}">
      <dgm:prSet/>
      <dgm:spPr/>
      <dgm:t>
        <a:bodyPr/>
        <a:lstStyle/>
        <a:p>
          <a:r>
            <a:rPr lang="en-US"/>
            <a:t>5. Histogram</a:t>
          </a:r>
        </a:p>
      </dgm:t>
    </dgm:pt>
    <dgm:pt modelId="{1B3A85CE-A840-485F-9C67-5A6B4F95D7F6}" type="parTrans" cxnId="{BEDD0327-E4FE-413C-ACD7-FDAAE02904A8}">
      <dgm:prSet/>
      <dgm:spPr/>
      <dgm:t>
        <a:bodyPr/>
        <a:lstStyle/>
        <a:p>
          <a:endParaRPr lang="en-US"/>
        </a:p>
      </dgm:t>
    </dgm:pt>
    <dgm:pt modelId="{732B6384-58E8-4AA7-BC52-6CDCA15CC2F0}" type="sibTrans" cxnId="{BEDD0327-E4FE-413C-ACD7-FDAAE02904A8}">
      <dgm:prSet/>
      <dgm:spPr/>
      <dgm:t>
        <a:bodyPr/>
        <a:lstStyle/>
        <a:p>
          <a:endParaRPr lang="en-US"/>
        </a:p>
      </dgm:t>
    </dgm:pt>
    <dgm:pt modelId="{A8D9C3BD-7290-4798-9D7C-72BB0BEB0765}" type="pres">
      <dgm:prSet presAssocID="{30A3741B-745D-4BD2-9328-351C0E9977C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000FB8-FF9E-4F6A-B041-6D2E41212785}" type="pres">
      <dgm:prSet presAssocID="{BD6CE3F8-3178-480A-ACA5-E02594A698D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78008D-7D72-45BD-94CF-560AACC0EBAC}" type="pres">
      <dgm:prSet presAssocID="{26767F1A-8D64-473F-BF16-28B4A0CBBCE7}" presName="spacer" presStyleCnt="0"/>
      <dgm:spPr/>
    </dgm:pt>
    <dgm:pt modelId="{2CC4CB87-3518-479A-9F6A-0A183744A917}" type="pres">
      <dgm:prSet presAssocID="{1786042C-2F94-490F-A45C-D6EB8BF7B33B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0F33E6-12BD-48A1-A964-D4494BDD6315}" type="pres">
      <dgm:prSet presAssocID="{B7EA820A-9E75-48D5-A8CD-1D27DA8D8990}" presName="spacer" presStyleCnt="0"/>
      <dgm:spPr/>
    </dgm:pt>
    <dgm:pt modelId="{DFA238C3-3235-4AA8-A917-BD1CF53CE950}" type="pres">
      <dgm:prSet presAssocID="{70C4E884-A9AF-4D37-89E9-FA698B9C82B8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99CE9-C17E-4ECD-95D0-3B17699EC452}" type="pres">
      <dgm:prSet presAssocID="{C009BCB7-4445-48DA-8851-662DFC413F91}" presName="spacer" presStyleCnt="0"/>
      <dgm:spPr/>
    </dgm:pt>
    <dgm:pt modelId="{3449F972-6A42-4305-97DF-785310A7B42E}" type="pres">
      <dgm:prSet presAssocID="{D01D95FA-9B77-4DA3-9054-F0AE7135E810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E7EEB1-6E71-4FA3-BB4B-2BFE7915721F}" type="pres">
      <dgm:prSet presAssocID="{86FC8E2F-7AB5-4C64-AC8F-A9B3E62D0938}" presName="spacer" presStyleCnt="0"/>
      <dgm:spPr/>
    </dgm:pt>
    <dgm:pt modelId="{C0BA47CF-7E8B-4BD9-A573-C34A8B277E87}" type="pres">
      <dgm:prSet presAssocID="{836375DE-9564-4462-A9FD-0124D5F53F6C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026E3D-79B2-47B5-ACF6-B0308B500740}" type="presOf" srcId="{1786042C-2F94-490F-A45C-D6EB8BF7B33B}" destId="{2CC4CB87-3518-479A-9F6A-0A183744A917}" srcOrd="0" destOrd="0" presId="urn:microsoft.com/office/officeart/2005/8/layout/vList2"/>
    <dgm:cxn modelId="{DB622491-BF30-4B70-AB8B-B04839B8D40E}" srcId="{30A3741B-745D-4BD2-9328-351C0E9977C9}" destId="{D01D95FA-9B77-4DA3-9054-F0AE7135E810}" srcOrd="3" destOrd="0" parTransId="{CE1292BD-87D0-472B-B61A-4E88EAA4770F}" sibTransId="{86FC8E2F-7AB5-4C64-AC8F-A9B3E62D0938}"/>
    <dgm:cxn modelId="{106D3273-36E2-4BD2-BA33-FDC0B3D760C4}" srcId="{30A3741B-745D-4BD2-9328-351C0E9977C9}" destId="{70C4E884-A9AF-4D37-89E9-FA698B9C82B8}" srcOrd="2" destOrd="0" parTransId="{E49E45E7-C489-4BB4-8A1B-D6CF632C196B}" sibTransId="{C009BCB7-4445-48DA-8851-662DFC413F91}"/>
    <dgm:cxn modelId="{2E8CFFC8-AE45-4A56-AA47-3C290C2180EA}" type="presOf" srcId="{70C4E884-A9AF-4D37-89E9-FA698B9C82B8}" destId="{DFA238C3-3235-4AA8-A917-BD1CF53CE950}" srcOrd="0" destOrd="0" presId="urn:microsoft.com/office/officeart/2005/8/layout/vList2"/>
    <dgm:cxn modelId="{BEDD0327-E4FE-413C-ACD7-FDAAE02904A8}" srcId="{30A3741B-745D-4BD2-9328-351C0E9977C9}" destId="{836375DE-9564-4462-A9FD-0124D5F53F6C}" srcOrd="4" destOrd="0" parTransId="{1B3A85CE-A840-485F-9C67-5A6B4F95D7F6}" sibTransId="{732B6384-58E8-4AA7-BC52-6CDCA15CC2F0}"/>
    <dgm:cxn modelId="{D97948CB-9A99-446A-9C15-D3E043AE81BE}" type="presOf" srcId="{D01D95FA-9B77-4DA3-9054-F0AE7135E810}" destId="{3449F972-6A42-4305-97DF-785310A7B42E}" srcOrd="0" destOrd="0" presId="urn:microsoft.com/office/officeart/2005/8/layout/vList2"/>
    <dgm:cxn modelId="{234EF6A3-8DD3-4BE1-9F67-AD57B76EB1A2}" type="presOf" srcId="{836375DE-9564-4462-A9FD-0124D5F53F6C}" destId="{C0BA47CF-7E8B-4BD9-A573-C34A8B277E87}" srcOrd="0" destOrd="0" presId="urn:microsoft.com/office/officeart/2005/8/layout/vList2"/>
    <dgm:cxn modelId="{39AF6368-65FB-4B8F-963E-0874B3791FB5}" type="presOf" srcId="{30A3741B-745D-4BD2-9328-351C0E9977C9}" destId="{A8D9C3BD-7290-4798-9D7C-72BB0BEB0765}" srcOrd="0" destOrd="0" presId="urn:microsoft.com/office/officeart/2005/8/layout/vList2"/>
    <dgm:cxn modelId="{7A616C4F-7B0C-4A3C-ABD7-5AC44BB35E34}" type="presOf" srcId="{BD6CE3F8-3178-480A-ACA5-E02594A698DB}" destId="{A2000FB8-FF9E-4F6A-B041-6D2E41212785}" srcOrd="0" destOrd="0" presId="urn:microsoft.com/office/officeart/2005/8/layout/vList2"/>
    <dgm:cxn modelId="{337E72C3-59A3-4E9F-B236-8F7B023BAEB7}" srcId="{30A3741B-745D-4BD2-9328-351C0E9977C9}" destId="{BD6CE3F8-3178-480A-ACA5-E02594A698DB}" srcOrd="0" destOrd="0" parTransId="{285EBAB3-EAE3-41ED-8809-FB884538AACF}" sibTransId="{26767F1A-8D64-473F-BF16-28B4A0CBBCE7}"/>
    <dgm:cxn modelId="{0B337877-B48F-46A5-8B5E-EC3A5239B45C}" srcId="{30A3741B-745D-4BD2-9328-351C0E9977C9}" destId="{1786042C-2F94-490F-A45C-D6EB8BF7B33B}" srcOrd="1" destOrd="0" parTransId="{172A636B-513B-4EF4-A7F3-C383C1D3B356}" sibTransId="{B7EA820A-9E75-48D5-A8CD-1D27DA8D8990}"/>
    <dgm:cxn modelId="{EECB387E-7317-44F9-9DC3-4D47EBFB4BFF}" type="presParOf" srcId="{A8D9C3BD-7290-4798-9D7C-72BB0BEB0765}" destId="{A2000FB8-FF9E-4F6A-B041-6D2E41212785}" srcOrd="0" destOrd="0" presId="urn:microsoft.com/office/officeart/2005/8/layout/vList2"/>
    <dgm:cxn modelId="{23661FCE-74AD-4940-A738-76D51D58AD5F}" type="presParOf" srcId="{A8D9C3BD-7290-4798-9D7C-72BB0BEB0765}" destId="{1078008D-7D72-45BD-94CF-560AACC0EBAC}" srcOrd="1" destOrd="0" presId="urn:microsoft.com/office/officeart/2005/8/layout/vList2"/>
    <dgm:cxn modelId="{68FE54EC-F95E-4541-AED6-C2B3D78086D1}" type="presParOf" srcId="{A8D9C3BD-7290-4798-9D7C-72BB0BEB0765}" destId="{2CC4CB87-3518-479A-9F6A-0A183744A917}" srcOrd="2" destOrd="0" presId="urn:microsoft.com/office/officeart/2005/8/layout/vList2"/>
    <dgm:cxn modelId="{7021E02F-9483-4BD9-A4F7-E1309417C79D}" type="presParOf" srcId="{A8D9C3BD-7290-4798-9D7C-72BB0BEB0765}" destId="{030F33E6-12BD-48A1-A964-D4494BDD6315}" srcOrd="3" destOrd="0" presId="urn:microsoft.com/office/officeart/2005/8/layout/vList2"/>
    <dgm:cxn modelId="{60EB0603-2C89-466F-A622-D62E7112318E}" type="presParOf" srcId="{A8D9C3BD-7290-4798-9D7C-72BB0BEB0765}" destId="{DFA238C3-3235-4AA8-A917-BD1CF53CE950}" srcOrd="4" destOrd="0" presId="urn:microsoft.com/office/officeart/2005/8/layout/vList2"/>
    <dgm:cxn modelId="{F4D75368-D4E6-4598-A83D-A3FF0C2DDF4F}" type="presParOf" srcId="{A8D9C3BD-7290-4798-9D7C-72BB0BEB0765}" destId="{14F99CE9-C17E-4ECD-95D0-3B17699EC452}" srcOrd="5" destOrd="0" presId="urn:microsoft.com/office/officeart/2005/8/layout/vList2"/>
    <dgm:cxn modelId="{9634C4B6-FB93-4415-B49E-DC7F0FB519E4}" type="presParOf" srcId="{A8D9C3BD-7290-4798-9D7C-72BB0BEB0765}" destId="{3449F972-6A42-4305-97DF-785310A7B42E}" srcOrd="6" destOrd="0" presId="urn:microsoft.com/office/officeart/2005/8/layout/vList2"/>
    <dgm:cxn modelId="{54E368DB-08A4-490B-A015-0CEAE5D3BAFD}" type="presParOf" srcId="{A8D9C3BD-7290-4798-9D7C-72BB0BEB0765}" destId="{17E7EEB1-6E71-4FA3-BB4B-2BFE7915721F}" srcOrd="7" destOrd="0" presId="urn:microsoft.com/office/officeart/2005/8/layout/vList2"/>
    <dgm:cxn modelId="{B73ABEB0-8578-4BD4-8BCB-7AC31A8CE3D2}" type="presParOf" srcId="{A8D9C3BD-7290-4798-9D7C-72BB0BEB0765}" destId="{C0BA47CF-7E8B-4BD9-A573-C34A8B277E8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370BBA-2D6A-4F85-938D-0E2E4D1A6CB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18098DB-1AF4-4217-9127-D35049DAAEB0}">
      <dgm:prSet custT="1"/>
      <dgm:spPr/>
      <dgm:t>
        <a:bodyPr/>
        <a:lstStyle/>
        <a:p>
          <a:pPr>
            <a:defRPr cap="all"/>
          </a:pPr>
          <a:r>
            <a:rPr lang="en-US" sz="1600" b="1"/>
            <a:t>Display trends over time.</a:t>
          </a:r>
        </a:p>
      </dgm:t>
    </dgm:pt>
    <dgm:pt modelId="{F92B3E05-DB0B-408E-8911-7B840142C297}" type="parTrans" cxnId="{4E512608-3259-4C49-89FE-54FE44E61D9E}">
      <dgm:prSet/>
      <dgm:spPr/>
      <dgm:t>
        <a:bodyPr/>
        <a:lstStyle/>
        <a:p>
          <a:endParaRPr lang="en-US"/>
        </a:p>
      </dgm:t>
    </dgm:pt>
    <dgm:pt modelId="{5968798C-98ED-4A4B-A32E-6F526FB26151}" type="sibTrans" cxnId="{4E512608-3259-4C49-89FE-54FE44E61D9E}">
      <dgm:prSet/>
      <dgm:spPr/>
      <dgm:t>
        <a:bodyPr/>
        <a:lstStyle/>
        <a:p>
          <a:endParaRPr lang="en-US"/>
        </a:p>
      </dgm:t>
    </dgm:pt>
    <dgm:pt modelId="{71BEEE16-E0AD-42B9-8DC2-DA633C0EF983}">
      <dgm:prSet custT="1"/>
      <dgm:spPr/>
      <dgm:t>
        <a:bodyPr/>
        <a:lstStyle/>
        <a:p>
          <a:pPr>
            <a:defRPr cap="all"/>
          </a:pPr>
          <a:r>
            <a:rPr lang="en-US" sz="1600" b="1"/>
            <a:t>Compare datasets with a continuous independent variable.</a:t>
          </a:r>
        </a:p>
      </dgm:t>
    </dgm:pt>
    <dgm:pt modelId="{A301FF94-4743-4240-BFAF-56D50F76CE9D}" type="parTrans" cxnId="{8176F509-42FF-4CDB-B50C-C6ED22FF84C4}">
      <dgm:prSet/>
      <dgm:spPr/>
      <dgm:t>
        <a:bodyPr/>
        <a:lstStyle/>
        <a:p>
          <a:endParaRPr lang="en-US"/>
        </a:p>
      </dgm:t>
    </dgm:pt>
    <dgm:pt modelId="{02FFCC86-77C8-47E5-AF8A-ED9DF2F66E93}" type="sibTrans" cxnId="{8176F509-42FF-4CDB-B50C-C6ED22FF84C4}">
      <dgm:prSet/>
      <dgm:spPr/>
      <dgm:t>
        <a:bodyPr/>
        <a:lstStyle/>
        <a:p>
          <a:endParaRPr lang="en-US"/>
        </a:p>
      </dgm:t>
    </dgm:pt>
    <dgm:pt modelId="{022A0032-B385-4C61-A32A-AD76BDB54AF6}">
      <dgm:prSet custT="1"/>
      <dgm:spPr/>
      <dgm:t>
        <a:bodyPr/>
        <a:lstStyle/>
        <a:p>
          <a:pPr>
            <a:defRPr cap="all"/>
          </a:pPr>
          <a:r>
            <a:rPr lang="en-US" sz="1600" b="1"/>
            <a:t>Illustrate cause-and-effect relationships.</a:t>
          </a:r>
        </a:p>
      </dgm:t>
    </dgm:pt>
    <dgm:pt modelId="{7BBFCA50-83E7-46F0-A96A-6C2A9C639087}" type="parTrans" cxnId="{C07201FB-8A55-4509-989B-85AC3862B0CE}">
      <dgm:prSet/>
      <dgm:spPr/>
      <dgm:t>
        <a:bodyPr/>
        <a:lstStyle/>
        <a:p>
          <a:endParaRPr lang="en-US"/>
        </a:p>
      </dgm:t>
    </dgm:pt>
    <dgm:pt modelId="{32F2528C-142E-43E9-9EC9-E44FCAD55E8F}" type="sibTrans" cxnId="{C07201FB-8A55-4509-989B-85AC3862B0CE}">
      <dgm:prSet/>
      <dgm:spPr/>
      <dgm:t>
        <a:bodyPr/>
        <a:lstStyle/>
        <a:p>
          <a:endParaRPr lang="en-US"/>
        </a:p>
      </dgm:t>
    </dgm:pt>
    <dgm:pt modelId="{EB0A777E-E22B-45E7-864D-B9C562945000}">
      <dgm:prSet custT="1"/>
      <dgm:spPr/>
      <dgm:t>
        <a:bodyPr/>
        <a:lstStyle/>
        <a:p>
          <a:pPr>
            <a:defRPr cap="all"/>
          </a:pPr>
          <a:r>
            <a:rPr lang="en-US" sz="1600" b="1"/>
            <a:t>Visualize continuous data.</a:t>
          </a:r>
        </a:p>
      </dgm:t>
    </dgm:pt>
    <dgm:pt modelId="{1B880060-DF58-45E7-AD7D-2D439F0DF24F}" type="parTrans" cxnId="{D43A783D-BFC1-48D8-85F3-4D1D2151575C}">
      <dgm:prSet/>
      <dgm:spPr/>
      <dgm:t>
        <a:bodyPr/>
        <a:lstStyle/>
        <a:p>
          <a:endParaRPr lang="en-US"/>
        </a:p>
      </dgm:t>
    </dgm:pt>
    <dgm:pt modelId="{B64DE37E-37B8-40E3-B92E-C6E264D237A7}" type="sibTrans" cxnId="{D43A783D-BFC1-48D8-85F3-4D1D2151575C}">
      <dgm:prSet/>
      <dgm:spPr/>
      <dgm:t>
        <a:bodyPr/>
        <a:lstStyle/>
        <a:p>
          <a:endParaRPr lang="en-US"/>
        </a:p>
      </dgm:t>
    </dgm:pt>
    <dgm:pt modelId="{680C7D41-8186-404B-A1BA-A5C1CA8AA519}" type="pres">
      <dgm:prSet presAssocID="{5B370BBA-2D6A-4F85-938D-0E2E4D1A6CB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7B1E87-F11E-4275-B995-1928F162E861}" type="pres">
      <dgm:prSet presAssocID="{B18098DB-1AF4-4217-9127-D35049DAAEB0}" presName="compNode" presStyleCnt="0"/>
      <dgm:spPr/>
    </dgm:pt>
    <dgm:pt modelId="{B438C0ED-29D4-4EEC-8A3C-F7EBCE09A43E}" type="pres">
      <dgm:prSet presAssocID="{B18098DB-1AF4-4217-9127-D35049DAAEB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2FFD897-3FA8-4255-9729-D7E02F53E242}" type="pres">
      <dgm:prSet presAssocID="{B18098DB-1AF4-4217-9127-D35049DAAEB0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D4459782-A1FF-47BF-BF79-BAADCD67344E}" type="pres">
      <dgm:prSet presAssocID="{B18098DB-1AF4-4217-9127-D35049DAAEB0}" presName="spaceRect" presStyleCnt="0"/>
      <dgm:spPr/>
    </dgm:pt>
    <dgm:pt modelId="{76E50D7D-4D33-4635-90E1-C71B1DBFF313}" type="pres">
      <dgm:prSet presAssocID="{B18098DB-1AF4-4217-9127-D35049DAAEB0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3B2F303-40BE-4E2D-85F7-1D9DECD9E297}" type="pres">
      <dgm:prSet presAssocID="{5968798C-98ED-4A4B-A32E-6F526FB26151}" presName="sibTrans" presStyleCnt="0"/>
      <dgm:spPr/>
    </dgm:pt>
    <dgm:pt modelId="{3284ECF5-5519-46FF-95FC-2A725FDA8589}" type="pres">
      <dgm:prSet presAssocID="{71BEEE16-E0AD-42B9-8DC2-DA633C0EF983}" presName="compNode" presStyleCnt="0"/>
      <dgm:spPr/>
    </dgm:pt>
    <dgm:pt modelId="{7E71537C-A950-4810-94A5-10442ECEAB97}" type="pres">
      <dgm:prSet presAssocID="{71BEEE16-E0AD-42B9-8DC2-DA633C0EF98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11F05B3-E5E8-42C3-BCA7-AD5A6A35973D}" type="pres">
      <dgm:prSet presAssocID="{71BEEE16-E0AD-42B9-8DC2-DA633C0EF983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C909CE2-CD0E-4224-B93E-3F682C2E04C9}" type="pres">
      <dgm:prSet presAssocID="{71BEEE16-E0AD-42B9-8DC2-DA633C0EF983}" presName="spaceRect" presStyleCnt="0"/>
      <dgm:spPr/>
    </dgm:pt>
    <dgm:pt modelId="{83C60FE8-C8D4-4D12-90A1-FE0E4B670098}" type="pres">
      <dgm:prSet presAssocID="{71BEEE16-E0AD-42B9-8DC2-DA633C0EF983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F4ABFF2-B0E8-48E8-B15E-484FF5E34444}" type="pres">
      <dgm:prSet presAssocID="{02FFCC86-77C8-47E5-AF8A-ED9DF2F66E93}" presName="sibTrans" presStyleCnt="0"/>
      <dgm:spPr/>
    </dgm:pt>
    <dgm:pt modelId="{666B3845-5434-469B-B004-43B41D3180D8}" type="pres">
      <dgm:prSet presAssocID="{022A0032-B385-4C61-A32A-AD76BDB54AF6}" presName="compNode" presStyleCnt="0"/>
      <dgm:spPr/>
    </dgm:pt>
    <dgm:pt modelId="{C72A9935-694C-4A85-BD44-EF11D2AFFF40}" type="pres">
      <dgm:prSet presAssocID="{022A0032-B385-4C61-A32A-AD76BDB54AF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EE83942-381F-407C-A362-D1EFF914C4CC}" type="pres">
      <dgm:prSet presAssocID="{022A0032-B385-4C61-A32A-AD76BDB54AF6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CF9B72B-3F60-4934-9FEE-6310622FCB65}" type="pres">
      <dgm:prSet presAssocID="{022A0032-B385-4C61-A32A-AD76BDB54AF6}" presName="spaceRect" presStyleCnt="0"/>
      <dgm:spPr/>
    </dgm:pt>
    <dgm:pt modelId="{40C4040B-1E07-4ED1-A295-74C5936C9239}" type="pres">
      <dgm:prSet presAssocID="{022A0032-B385-4C61-A32A-AD76BDB54AF6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D51C7D4-6C5F-4550-BC3B-3E7E057A572A}" type="pres">
      <dgm:prSet presAssocID="{32F2528C-142E-43E9-9EC9-E44FCAD55E8F}" presName="sibTrans" presStyleCnt="0"/>
      <dgm:spPr/>
    </dgm:pt>
    <dgm:pt modelId="{F27B5FBB-7E90-4F1E-9034-AA35E617475A}" type="pres">
      <dgm:prSet presAssocID="{EB0A777E-E22B-45E7-864D-B9C562945000}" presName="compNode" presStyleCnt="0"/>
      <dgm:spPr/>
    </dgm:pt>
    <dgm:pt modelId="{C6696190-5DAC-4196-B348-73C9D5EA59B2}" type="pres">
      <dgm:prSet presAssocID="{EB0A777E-E22B-45E7-864D-B9C562945000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A8E334C-A248-48E1-A355-FF6829E5342B}" type="pres">
      <dgm:prSet presAssocID="{EB0A777E-E22B-45E7-864D-B9C562945000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55D4C37-292D-4B4C-A227-ED90C98B5EA3}" type="pres">
      <dgm:prSet presAssocID="{EB0A777E-E22B-45E7-864D-B9C562945000}" presName="spaceRect" presStyleCnt="0"/>
      <dgm:spPr/>
    </dgm:pt>
    <dgm:pt modelId="{DD4E800E-4A27-44CD-8C82-28B3EEF2F494}" type="pres">
      <dgm:prSet presAssocID="{EB0A777E-E22B-45E7-864D-B9C562945000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8ACC25-7F5D-4BD6-A650-9272269B3990}" type="presOf" srcId="{5B370BBA-2D6A-4F85-938D-0E2E4D1A6CBD}" destId="{680C7D41-8186-404B-A1BA-A5C1CA8AA519}" srcOrd="0" destOrd="0" presId="urn:microsoft.com/office/officeart/2018/5/layout/IconLeafLabelList"/>
    <dgm:cxn modelId="{342BAA2A-AA3F-480C-B24D-7415B72A0688}" type="presOf" srcId="{B18098DB-1AF4-4217-9127-D35049DAAEB0}" destId="{76E50D7D-4D33-4635-90E1-C71B1DBFF313}" srcOrd="0" destOrd="0" presId="urn:microsoft.com/office/officeart/2018/5/layout/IconLeafLabelList"/>
    <dgm:cxn modelId="{3B4F23A6-8119-468C-A529-6E42EBFB1BFE}" type="presOf" srcId="{EB0A777E-E22B-45E7-864D-B9C562945000}" destId="{DD4E800E-4A27-44CD-8C82-28B3EEF2F494}" srcOrd="0" destOrd="0" presId="urn:microsoft.com/office/officeart/2018/5/layout/IconLeafLabelList"/>
    <dgm:cxn modelId="{D43A783D-BFC1-48D8-85F3-4D1D2151575C}" srcId="{5B370BBA-2D6A-4F85-938D-0E2E4D1A6CBD}" destId="{EB0A777E-E22B-45E7-864D-B9C562945000}" srcOrd="3" destOrd="0" parTransId="{1B880060-DF58-45E7-AD7D-2D439F0DF24F}" sibTransId="{B64DE37E-37B8-40E3-B92E-C6E264D237A7}"/>
    <dgm:cxn modelId="{8176F509-42FF-4CDB-B50C-C6ED22FF84C4}" srcId="{5B370BBA-2D6A-4F85-938D-0E2E4D1A6CBD}" destId="{71BEEE16-E0AD-42B9-8DC2-DA633C0EF983}" srcOrd="1" destOrd="0" parTransId="{A301FF94-4743-4240-BFAF-56D50F76CE9D}" sibTransId="{02FFCC86-77C8-47E5-AF8A-ED9DF2F66E93}"/>
    <dgm:cxn modelId="{4E512608-3259-4C49-89FE-54FE44E61D9E}" srcId="{5B370BBA-2D6A-4F85-938D-0E2E4D1A6CBD}" destId="{B18098DB-1AF4-4217-9127-D35049DAAEB0}" srcOrd="0" destOrd="0" parTransId="{F92B3E05-DB0B-408E-8911-7B840142C297}" sibTransId="{5968798C-98ED-4A4B-A32E-6F526FB26151}"/>
    <dgm:cxn modelId="{29B1F912-41BF-4657-B5C3-B21FFD853A42}" type="presOf" srcId="{022A0032-B385-4C61-A32A-AD76BDB54AF6}" destId="{40C4040B-1E07-4ED1-A295-74C5936C9239}" srcOrd="0" destOrd="0" presId="urn:microsoft.com/office/officeart/2018/5/layout/IconLeafLabelList"/>
    <dgm:cxn modelId="{C07201FB-8A55-4509-989B-85AC3862B0CE}" srcId="{5B370BBA-2D6A-4F85-938D-0E2E4D1A6CBD}" destId="{022A0032-B385-4C61-A32A-AD76BDB54AF6}" srcOrd="2" destOrd="0" parTransId="{7BBFCA50-83E7-46F0-A96A-6C2A9C639087}" sibTransId="{32F2528C-142E-43E9-9EC9-E44FCAD55E8F}"/>
    <dgm:cxn modelId="{829E3B1F-DEF1-4AC3-8626-F2AE65A19BD1}" type="presOf" srcId="{71BEEE16-E0AD-42B9-8DC2-DA633C0EF983}" destId="{83C60FE8-C8D4-4D12-90A1-FE0E4B670098}" srcOrd="0" destOrd="0" presId="urn:microsoft.com/office/officeart/2018/5/layout/IconLeafLabelList"/>
    <dgm:cxn modelId="{BC4E911A-A970-4CC9-8C03-52AEEDAE5D6F}" type="presParOf" srcId="{680C7D41-8186-404B-A1BA-A5C1CA8AA519}" destId="{9D7B1E87-F11E-4275-B995-1928F162E861}" srcOrd="0" destOrd="0" presId="urn:microsoft.com/office/officeart/2018/5/layout/IconLeafLabelList"/>
    <dgm:cxn modelId="{D73CAF39-1AC4-4B58-8E6C-228465C25C1F}" type="presParOf" srcId="{9D7B1E87-F11E-4275-B995-1928F162E861}" destId="{B438C0ED-29D4-4EEC-8A3C-F7EBCE09A43E}" srcOrd="0" destOrd="0" presId="urn:microsoft.com/office/officeart/2018/5/layout/IconLeafLabelList"/>
    <dgm:cxn modelId="{2409A858-05E3-473F-845B-34A6BACD0C82}" type="presParOf" srcId="{9D7B1E87-F11E-4275-B995-1928F162E861}" destId="{42FFD897-3FA8-4255-9729-D7E02F53E242}" srcOrd="1" destOrd="0" presId="urn:microsoft.com/office/officeart/2018/5/layout/IconLeafLabelList"/>
    <dgm:cxn modelId="{03014D95-EAE6-4629-AEB8-D8839055FCEE}" type="presParOf" srcId="{9D7B1E87-F11E-4275-B995-1928F162E861}" destId="{D4459782-A1FF-47BF-BF79-BAADCD67344E}" srcOrd="2" destOrd="0" presId="urn:microsoft.com/office/officeart/2018/5/layout/IconLeafLabelList"/>
    <dgm:cxn modelId="{462DD618-55E3-4346-8F88-E79D1FB203E6}" type="presParOf" srcId="{9D7B1E87-F11E-4275-B995-1928F162E861}" destId="{76E50D7D-4D33-4635-90E1-C71B1DBFF313}" srcOrd="3" destOrd="0" presId="urn:microsoft.com/office/officeart/2018/5/layout/IconLeafLabelList"/>
    <dgm:cxn modelId="{45A705EB-B24F-4ACD-8EAC-AC89AB7E8791}" type="presParOf" srcId="{680C7D41-8186-404B-A1BA-A5C1CA8AA519}" destId="{B3B2F303-40BE-4E2D-85F7-1D9DECD9E297}" srcOrd="1" destOrd="0" presId="urn:microsoft.com/office/officeart/2018/5/layout/IconLeafLabelList"/>
    <dgm:cxn modelId="{2F66C045-26EC-4115-9285-4935EDD301D9}" type="presParOf" srcId="{680C7D41-8186-404B-A1BA-A5C1CA8AA519}" destId="{3284ECF5-5519-46FF-95FC-2A725FDA8589}" srcOrd="2" destOrd="0" presId="urn:microsoft.com/office/officeart/2018/5/layout/IconLeafLabelList"/>
    <dgm:cxn modelId="{21149379-AA4A-4599-A8D3-D90AC44B52A6}" type="presParOf" srcId="{3284ECF5-5519-46FF-95FC-2A725FDA8589}" destId="{7E71537C-A950-4810-94A5-10442ECEAB97}" srcOrd="0" destOrd="0" presId="urn:microsoft.com/office/officeart/2018/5/layout/IconLeafLabelList"/>
    <dgm:cxn modelId="{CAD61081-5EA1-4F51-8DB2-0201BC810C33}" type="presParOf" srcId="{3284ECF5-5519-46FF-95FC-2A725FDA8589}" destId="{C11F05B3-E5E8-42C3-BCA7-AD5A6A35973D}" srcOrd="1" destOrd="0" presId="urn:microsoft.com/office/officeart/2018/5/layout/IconLeafLabelList"/>
    <dgm:cxn modelId="{1F8BACFB-3083-405B-85F8-705852FD82EE}" type="presParOf" srcId="{3284ECF5-5519-46FF-95FC-2A725FDA8589}" destId="{7C909CE2-CD0E-4224-B93E-3F682C2E04C9}" srcOrd="2" destOrd="0" presId="urn:microsoft.com/office/officeart/2018/5/layout/IconLeafLabelList"/>
    <dgm:cxn modelId="{686C591F-D963-4678-BB8C-85B52E9AB8CA}" type="presParOf" srcId="{3284ECF5-5519-46FF-95FC-2A725FDA8589}" destId="{83C60FE8-C8D4-4D12-90A1-FE0E4B670098}" srcOrd="3" destOrd="0" presId="urn:microsoft.com/office/officeart/2018/5/layout/IconLeafLabelList"/>
    <dgm:cxn modelId="{9A44217C-D961-4099-B741-09F63EA41905}" type="presParOf" srcId="{680C7D41-8186-404B-A1BA-A5C1CA8AA519}" destId="{6F4ABFF2-B0E8-48E8-B15E-484FF5E34444}" srcOrd="3" destOrd="0" presId="urn:microsoft.com/office/officeart/2018/5/layout/IconLeafLabelList"/>
    <dgm:cxn modelId="{1E319F64-47E4-41E2-83DB-7ADB24CAEB3C}" type="presParOf" srcId="{680C7D41-8186-404B-A1BA-A5C1CA8AA519}" destId="{666B3845-5434-469B-B004-43B41D3180D8}" srcOrd="4" destOrd="0" presId="urn:microsoft.com/office/officeart/2018/5/layout/IconLeafLabelList"/>
    <dgm:cxn modelId="{311EA465-D30A-44FF-BB00-5D043036102F}" type="presParOf" srcId="{666B3845-5434-469B-B004-43B41D3180D8}" destId="{C72A9935-694C-4A85-BD44-EF11D2AFFF40}" srcOrd="0" destOrd="0" presId="urn:microsoft.com/office/officeart/2018/5/layout/IconLeafLabelList"/>
    <dgm:cxn modelId="{0CF96206-CD56-43F0-8520-AC0FCE0FB228}" type="presParOf" srcId="{666B3845-5434-469B-B004-43B41D3180D8}" destId="{9EE83942-381F-407C-A362-D1EFF914C4CC}" srcOrd="1" destOrd="0" presId="urn:microsoft.com/office/officeart/2018/5/layout/IconLeafLabelList"/>
    <dgm:cxn modelId="{7CD09125-B928-43DF-8500-C312C03F9C4B}" type="presParOf" srcId="{666B3845-5434-469B-B004-43B41D3180D8}" destId="{7CF9B72B-3F60-4934-9FEE-6310622FCB65}" srcOrd="2" destOrd="0" presId="urn:microsoft.com/office/officeart/2018/5/layout/IconLeafLabelList"/>
    <dgm:cxn modelId="{53F6F0B6-F5B8-4E18-95E9-9A25CAD26792}" type="presParOf" srcId="{666B3845-5434-469B-B004-43B41D3180D8}" destId="{40C4040B-1E07-4ED1-A295-74C5936C9239}" srcOrd="3" destOrd="0" presId="urn:microsoft.com/office/officeart/2018/5/layout/IconLeafLabelList"/>
    <dgm:cxn modelId="{DC8B6F5C-3A43-4B38-A5B9-0257C016BC8F}" type="presParOf" srcId="{680C7D41-8186-404B-A1BA-A5C1CA8AA519}" destId="{5D51C7D4-6C5F-4550-BC3B-3E7E057A572A}" srcOrd="5" destOrd="0" presId="urn:microsoft.com/office/officeart/2018/5/layout/IconLeafLabelList"/>
    <dgm:cxn modelId="{89526A19-A136-4EC0-9B92-A20B814E0B6B}" type="presParOf" srcId="{680C7D41-8186-404B-A1BA-A5C1CA8AA519}" destId="{F27B5FBB-7E90-4F1E-9034-AA35E617475A}" srcOrd="6" destOrd="0" presId="urn:microsoft.com/office/officeart/2018/5/layout/IconLeafLabelList"/>
    <dgm:cxn modelId="{31009CAA-8776-4623-8906-BE53FE865AEE}" type="presParOf" srcId="{F27B5FBB-7E90-4F1E-9034-AA35E617475A}" destId="{C6696190-5DAC-4196-B348-73C9D5EA59B2}" srcOrd="0" destOrd="0" presId="urn:microsoft.com/office/officeart/2018/5/layout/IconLeafLabelList"/>
    <dgm:cxn modelId="{CB39A98F-95B5-4848-82EA-E879766448EE}" type="presParOf" srcId="{F27B5FBB-7E90-4F1E-9034-AA35E617475A}" destId="{CA8E334C-A248-48E1-A355-FF6829E5342B}" srcOrd="1" destOrd="0" presId="urn:microsoft.com/office/officeart/2018/5/layout/IconLeafLabelList"/>
    <dgm:cxn modelId="{D536761E-2232-48D8-B4AE-EC4EFD811A7A}" type="presParOf" srcId="{F27B5FBB-7E90-4F1E-9034-AA35E617475A}" destId="{F55D4C37-292D-4B4C-A227-ED90C98B5EA3}" srcOrd="2" destOrd="0" presId="urn:microsoft.com/office/officeart/2018/5/layout/IconLeafLabelList"/>
    <dgm:cxn modelId="{BEBE60D0-52C7-43ED-A0FE-76A43382891F}" type="presParOf" srcId="{F27B5FBB-7E90-4F1E-9034-AA35E617475A}" destId="{DD4E800E-4A27-44CD-8C82-28B3EEF2F49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7E37C9-3565-4948-9801-98D5C0877A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29EED2-B192-4E1D-8AEC-AEA05BC92DCE}">
      <dgm:prSet/>
      <dgm:spPr/>
      <dgm:t>
        <a:bodyPr/>
        <a:lstStyle/>
        <a:p>
          <a:r>
            <a:rPr lang="en-US"/>
            <a:t>Examine the relationship between two continuous variables.</a:t>
          </a:r>
        </a:p>
      </dgm:t>
    </dgm:pt>
    <dgm:pt modelId="{F92853CC-03C8-41BA-AF09-1F858714EAD6}" type="parTrans" cxnId="{D43A9AF1-19E5-41B3-9BA0-7AF88ABB1C78}">
      <dgm:prSet/>
      <dgm:spPr/>
      <dgm:t>
        <a:bodyPr/>
        <a:lstStyle/>
        <a:p>
          <a:endParaRPr lang="en-US"/>
        </a:p>
      </dgm:t>
    </dgm:pt>
    <dgm:pt modelId="{EC34F5B8-9AF5-4557-98F5-7F92D467ABAB}" type="sibTrans" cxnId="{D43A9AF1-19E5-41B3-9BA0-7AF88ABB1C78}">
      <dgm:prSet/>
      <dgm:spPr/>
      <dgm:t>
        <a:bodyPr/>
        <a:lstStyle/>
        <a:p>
          <a:endParaRPr lang="en-US"/>
        </a:p>
      </dgm:t>
    </dgm:pt>
    <dgm:pt modelId="{A38D85F1-F666-4E46-B1FC-383A537B5927}">
      <dgm:prSet/>
      <dgm:spPr/>
      <dgm:t>
        <a:bodyPr/>
        <a:lstStyle/>
        <a:p>
          <a:r>
            <a:rPr lang="en-US"/>
            <a:t>Investigate patterns or trends in data.</a:t>
          </a:r>
        </a:p>
      </dgm:t>
    </dgm:pt>
    <dgm:pt modelId="{9C2217DE-CF24-43B5-9B32-4A6EFF70CC2E}" type="parTrans" cxnId="{928C5237-353B-4277-B2D4-92D255BBE887}">
      <dgm:prSet/>
      <dgm:spPr/>
      <dgm:t>
        <a:bodyPr/>
        <a:lstStyle/>
        <a:p>
          <a:endParaRPr lang="en-US"/>
        </a:p>
      </dgm:t>
    </dgm:pt>
    <dgm:pt modelId="{1961CA03-8F35-4C2A-BDE9-324B15E34D61}" type="sibTrans" cxnId="{928C5237-353B-4277-B2D4-92D255BBE887}">
      <dgm:prSet/>
      <dgm:spPr/>
      <dgm:t>
        <a:bodyPr/>
        <a:lstStyle/>
        <a:p>
          <a:endParaRPr lang="en-US"/>
        </a:p>
      </dgm:t>
    </dgm:pt>
    <dgm:pt modelId="{33CAC0F7-AB71-42EC-8D4B-AB16ED4B6BBF}">
      <dgm:prSet/>
      <dgm:spPr/>
      <dgm:t>
        <a:bodyPr/>
        <a:lstStyle/>
        <a:p>
          <a:r>
            <a:rPr lang="en-US"/>
            <a:t>Detect outliers or unusual observations.</a:t>
          </a:r>
        </a:p>
      </dgm:t>
    </dgm:pt>
    <dgm:pt modelId="{7AA68B81-8659-4012-9CFF-24272DD09EF9}" type="parTrans" cxnId="{D43F923D-C1CC-4408-9FDF-DCB724CD65EB}">
      <dgm:prSet/>
      <dgm:spPr/>
      <dgm:t>
        <a:bodyPr/>
        <a:lstStyle/>
        <a:p>
          <a:endParaRPr lang="en-US"/>
        </a:p>
      </dgm:t>
    </dgm:pt>
    <dgm:pt modelId="{2C8BDF49-402E-460F-B85C-C469EFC7914B}" type="sibTrans" cxnId="{D43F923D-C1CC-4408-9FDF-DCB724CD65EB}">
      <dgm:prSet/>
      <dgm:spPr/>
      <dgm:t>
        <a:bodyPr/>
        <a:lstStyle/>
        <a:p>
          <a:endParaRPr lang="en-US"/>
        </a:p>
      </dgm:t>
    </dgm:pt>
    <dgm:pt modelId="{B3D44CDA-A2B4-4145-8512-FF577F48CC5D}">
      <dgm:prSet/>
      <dgm:spPr/>
      <dgm:t>
        <a:bodyPr/>
        <a:lstStyle/>
        <a:p>
          <a:r>
            <a:rPr lang="en-US"/>
            <a:t>Identify clusters or groups in the data.</a:t>
          </a:r>
        </a:p>
      </dgm:t>
    </dgm:pt>
    <dgm:pt modelId="{76EB7FD2-521A-4D0F-AE3A-2C6AB623C74F}" type="parTrans" cxnId="{BB5749E8-FF0D-4F02-8F7F-C84A37E5A302}">
      <dgm:prSet/>
      <dgm:spPr/>
      <dgm:t>
        <a:bodyPr/>
        <a:lstStyle/>
        <a:p>
          <a:endParaRPr lang="en-US"/>
        </a:p>
      </dgm:t>
    </dgm:pt>
    <dgm:pt modelId="{B4FED38C-FDCB-430C-B01C-1AB9C2DC0723}" type="sibTrans" cxnId="{BB5749E8-FF0D-4F02-8F7F-C84A37E5A302}">
      <dgm:prSet/>
      <dgm:spPr/>
      <dgm:t>
        <a:bodyPr/>
        <a:lstStyle/>
        <a:p>
          <a:endParaRPr lang="en-US"/>
        </a:p>
      </dgm:t>
    </dgm:pt>
    <dgm:pt modelId="{9A72BE6E-7034-4AF1-8527-A6CE8BDA3E37}" type="pres">
      <dgm:prSet presAssocID="{6A7E37C9-3565-4948-9801-98D5C0877AE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A04014-D184-491B-B884-535BDA600E5F}" type="pres">
      <dgm:prSet presAssocID="{3F29EED2-B192-4E1D-8AEC-AEA05BC92DCE}" presName="compNode" presStyleCnt="0"/>
      <dgm:spPr/>
    </dgm:pt>
    <dgm:pt modelId="{FD19FD2B-3C37-4606-A19E-EF7822E4911E}" type="pres">
      <dgm:prSet presAssocID="{3F29EED2-B192-4E1D-8AEC-AEA05BC92DCE}" presName="bgRect" presStyleLbl="bgShp" presStyleIdx="0" presStyleCnt="4"/>
      <dgm:spPr/>
    </dgm:pt>
    <dgm:pt modelId="{F6177B94-CF4F-463A-B519-FC81EFF4F784}" type="pres">
      <dgm:prSet presAssocID="{3F29EED2-B192-4E1D-8AEC-AEA05BC92DCE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C211422-A178-4843-AA22-14668455323D}" type="pres">
      <dgm:prSet presAssocID="{3F29EED2-B192-4E1D-8AEC-AEA05BC92DCE}" presName="spaceRect" presStyleCnt="0"/>
      <dgm:spPr/>
    </dgm:pt>
    <dgm:pt modelId="{DDC516F4-3375-4A27-B056-2FE9ECB8F810}" type="pres">
      <dgm:prSet presAssocID="{3F29EED2-B192-4E1D-8AEC-AEA05BC92DCE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AF4770F-9FD5-42CF-8CB4-D9B02652CFE9}" type="pres">
      <dgm:prSet presAssocID="{EC34F5B8-9AF5-4557-98F5-7F92D467ABAB}" presName="sibTrans" presStyleCnt="0"/>
      <dgm:spPr/>
    </dgm:pt>
    <dgm:pt modelId="{6FDFE613-5D34-46D6-A3B9-6A70F1EB2082}" type="pres">
      <dgm:prSet presAssocID="{A38D85F1-F666-4E46-B1FC-383A537B5927}" presName="compNode" presStyleCnt="0"/>
      <dgm:spPr/>
    </dgm:pt>
    <dgm:pt modelId="{6D9D8CBA-C758-4DD7-9DF2-015C8BE816D8}" type="pres">
      <dgm:prSet presAssocID="{A38D85F1-F666-4E46-B1FC-383A537B5927}" presName="bgRect" presStyleLbl="bgShp" presStyleIdx="1" presStyleCnt="4"/>
      <dgm:spPr/>
    </dgm:pt>
    <dgm:pt modelId="{E7C367A1-DAAB-458D-8D0D-390F38EDA0FB}" type="pres">
      <dgm:prSet presAssocID="{A38D85F1-F666-4E46-B1FC-383A537B5927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CBE074F-518D-4865-A53E-ED46A3A44EB2}" type="pres">
      <dgm:prSet presAssocID="{A38D85F1-F666-4E46-B1FC-383A537B5927}" presName="spaceRect" presStyleCnt="0"/>
      <dgm:spPr/>
    </dgm:pt>
    <dgm:pt modelId="{81E55523-7912-4E8F-9FC7-148D350D9492}" type="pres">
      <dgm:prSet presAssocID="{A38D85F1-F666-4E46-B1FC-383A537B5927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6A2F414-C0C5-497A-9510-D8C6D558EEC8}" type="pres">
      <dgm:prSet presAssocID="{1961CA03-8F35-4C2A-BDE9-324B15E34D61}" presName="sibTrans" presStyleCnt="0"/>
      <dgm:spPr/>
    </dgm:pt>
    <dgm:pt modelId="{7C5E6B44-B1EA-4865-89F4-6CDDAB9D74DB}" type="pres">
      <dgm:prSet presAssocID="{33CAC0F7-AB71-42EC-8D4B-AB16ED4B6BBF}" presName="compNode" presStyleCnt="0"/>
      <dgm:spPr/>
    </dgm:pt>
    <dgm:pt modelId="{14AAD237-7080-4F53-B34D-E3BC20D148ED}" type="pres">
      <dgm:prSet presAssocID="{33CAC0F7-AB71-42EC-8D4B-AB16ED4B6BBF}" presName="bgRect" presStyleLbl="bgShp" presStyleIdx="2" presStyleCnt="4"/>
      <dgm:spPr/>
    </dgm:pt>
    <dgm:pt modelId="{3D8ED049-6947-4554-B5F2-E97C21DA4831}" type="pres">
      <dgm:prSet presAssocID="{33CAC0F7-AB71-42EC-8D4B-AB16ED4B6BBF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6D9AD0BF-AB40-439D-8186-43F6072BD4A5}" type="pres">
      <dgm:prSet presAssocID="{33CAC0F7-AB71-42EC-8D4B-AB16ED4B6BBF}" presName="spaceRect" presStyleCnt="0"/>
      <dgm:spPr/>
    </dgm:pt>
    <dgm:pt modelId="{3EDB3158-2FD0-4AD0-B231-5A096C4F9625}" type="pres">
      <dgm:prSet presAssocID="{33CAC0F7-AB71-42EC-8D4B-AB16ED4B6BBF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22AC1F3-F0E9-4A65-9FEE-F1A411E8ACDB}" type="pres">
      <dgm:prSet presAssocID="{2C8BDF49-402E-460F-B85C-C469EFC7914B}" presName="sibTrans" presStyleCnt="0"/>
      <dgm:spPr/>
    </dgm:pt>
    <dgm:pt modelId="{48B724CF-CD86-42D1-8C51-B6ACF920460B}" type="pres">
      <dgm:prSet presAssocID="{B3D44CDA-A2B4-4145-8512-FF577F48CC5D}" presName="compNode" presStyleCnt="0"/>
      <dgm:spPr/>
    </dgm:pt>
    <dgm:pt modelId="{8CCA28C4-2007-4FAF-B51D-B4F3F8768005}" type="pres">
      <dgm:prSet presAssocID="{B3D44CDA-A2B4-4145-8512-FF577F48CC5D}" presName="bgRect" presStyleLbl="bgShp" presStyleIdx="3" presStyleCnt="4"/>
      <dgm:spPr/>
    </dgm:pt>
    <dgm:pt modelId="{B801E3BF-2718-477E-99C3-67964BC41640}" type="pres">
      <dgm:prSet presAssocID="{B3D44CDA-A2B4-4145-8512-FF577F48CC5D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C399ADE-52FB-4874-A311-8CCA3C954FD1}" type="pres">
      <dgm:prSet presAssocID="{B3D44CDA-A2B4-4145-8512-FF577F48CC5D}" presName="spaceRect" presStyleCnt="0"/>
      <dgm:spPr/>
    </dgm:pt>
    <dgm:pt modelId="{290954CE-FB78-48C8-8E86-93CBBA24F215}" type="pres">
      <dgm:prSet presAssocID="{B3D44CDA-A2B4-4145-8512-FF577F48CC5D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43F923D-C1CC-4408-9FDF-DCB724CD65EB}" srcId="{6A7E37C9-3565-4948-9801-98D5C0877AE8}" destId="{33CAC0F7-AB71-42EC-8D4B-AB16ED4B6BBF}" srcOrd="2" destOrd="0" parTransId="{7AA68B81-8659-4012-9CFF-24272DD09EF9}" sibTransId="{2C8BDF49-402E-460F-B85C-C469EFC7914B}"/>
    <dgm:cxn modelId="{2FAECDDF-D7EB-4B17-A97C-6AD1F9D025C8}" type="presOf" srcId="{A38D85F1-F666-4E46-B1FC-383A537B5927}" destId="{81E55523-7912-4E8F-9FC7-148D350D9492}" srcOrd="0" destOrd="0" presId="urn:microsoft.com/office/officeart/2018/2/layout/IconVerticalSolidList"/>
    <dgm:cxn modelId="{C99702CA-9738-4B7D-BB32-67B16C005E3C}" type="presOf" srcId="{3F29EED2-B192-4E1D-8AEC-AEA05BC92DCE}" destId="{DDC516F4-3375-4A27-B056-2FE9ECB8F810}" srcOrd="0" destOrd="0" presId="urn:microsoft.com/office/officeart/2018/2/layout/IconVerticalSolidList"/>
    <dgm:cxn modelId="{0DBA95E5-DF85-470B-B3CE-D552A8E14D40}" type="presOf" srcId="{33CAC0F7-AB71-42EC-8D4B-AB16ED4B6BBF}" destId="{3EDB3158-2FD0-4AD0-B231-5A096C4F9625}" srcOrd="0" destOrd="0" presId="urn:microsoft.com/office/officeart/2018/2/layout/IconVerticalSolidList"/>
    <dgm:cxn modelId="{BB5749E8-FF0D-4F02-8F7F-C84A37E5A302}" srcId="{6A7E37C9-3565-4948-9801-98D5C0877AE8}" destId="{B3D44CDA-A2B4-4145-8512-FF577F48CC5D}" srcOrd="3" destOrd="0" parTransId="{76EB7FD2-521A-4D0F-AE3A-2C6AB623C74F}" sibTransId="{B4FED38C-FDCB-430C-B01C-1AB9C2DC0723}"/>
    <dgm:cxn modelId="{928C5237-353B-4277-B2D4-92D255BBE887}" srcId="{6A7E37C9-3565-4948-9801-98D5C0877AE8}" destId="{A38D85F1-F666-4E46-B1FC-383A537B5927}" srcOrd="1" destOrd="0" parTransId="{9C2217DE-CF24-43B5-9B32-4A6EFF70CC2E}" sibTransId="{1961CA03-8F35-4C2A-BDE9-324B15E34D61}"/>
    <dgm:cxn modelId="{FDCF56B5-5077-4D00-BEED-EC018AB37C94}" type="presOf" srcId="{B3D44CDA-A2B4-4145-8512-FF577F48CC5D}" destId="{290954CE-FB78-48C8-8E86-93CBBA24F215}" srcOrd="0" destOrd="0" presId="urn:microsoft.com/office/officeart/2018/2/layout/IconVerticalSolidList"/>
    <dgm:cxn modelId="{D43A9AF1-19E5-41B3-9BA0-7AF88ABB1C78}" srcId="{6A7E37C9-3565-4948-9801-98D5C0877AE8}" destId="{3F29EED2-B192-4E1D-8AEC-AEA05BC92DCE}" srcOrd="0" destOrd="0" parTransId="{F92853CC-03C8-41BA-AF09-1F858714EAD6}" sibTransId="{EC34F5B8-9AF5-4557-98F5-7F92D467ABAB}"/>
    <dgm:cxn modelId="{2A0EAF1B-053C-48BF-8A33-48EE4F8A609A}" type="presOf" srcId="{6A7E37C9-3565-4948-9801-98D5C0877AE8}" destId="{9A72BE6E-7034-4AF1-8527-A6CE8BDA3E37}" srcOrd="0" destOrd="0" presId="urn:microsoft.com/office/officeart/2018/2/layout/IconVerticalSolidList"/>
    <dgm:cxn modelId="{C3E175F2-3058-4B2B-B0F1-7FE9AB47D3DC}" type="presParOf" srcId="{9A72BE6E-7034-4AF1-8527-A6CE8BDA3E37}" destId="{E9A04014-D184-491B-B884-535BDA600E5F}" srcOrd="0" destOrd="0" presId="urn:microsoft.com/office/officeart/2018/2/layout/IconVerticalSolidList"/>
    <dgm:cxn modelId="{ED987A77-066F-406B-BB01-55457887DE92}" type="presParOf" srcId="{E9A04014-D184-491B-B884-535BDA600E5F}" destId="{FD19FD2B-3C37-4606-A19E-EF7822E4911E}" srcOrd="0" destOrd="0" presId="urn:microsoft.com/office/officeart/2018/2/layout/IconVerticalSolidList"/>
    <dgm:cxn modelId="{31E9EB2B-5548-4F25-AC03-B5BA00E84046}" type="presParOf" srcId="{E9A04014-D184-491B-B884-535BDA600E5F}" destId="{F6177B94-CF4F-463A-B519-FC81EFF4F784}" srcOrd="1" destOrd="0" presId="urn:microsoft.com/office/officeart/2018/2/layout/IconVerticalSolidList"/>
    <dgm:cxn modelId="{BD3907BB-9755-47BC-9A43-A31BB7E12C06}" type="presParOf" srcId="{E9A04014-D184-491B-B884-535BDA600E5F}" destId="{AC211422-A178-4843-AA22-14668455323D}" srcOrd="2" destOrd="0" presId="urn:microsoft.com/office/officeart/2018/2/layout/IconVerticalSolidList"/>
    <dgm:cxn modelId="{1455E995-9ADE-4052-8491-8671C143A014}" type="presParOf" srcId="{E9A04014-D184-491B-B884-535BDA600E5F}" destId="{DDC516F4-3375-4A27-B056-2FE9ECB8F810}" srcOrd="3" destOrd="0" presId="urn:microsoft.com/office/officeart/2018/2/layout/IconVerticalSolidList"/>
    <dgm:cxn modelId="{8CEA5ACD-ACB9-4790-8E5D-2525180CF017}" type="presParOf" srcId="{9A72BE6E-7034-4AF1-8527-A6CE8BDA3E37}" destId="{9AF4770F-9FD5-42CF-8CB4-D9B02652CFE9}" srcOrd="1" destOrd="0" presId="urn:microsoft.com/office/officeart/2018/2/layout/IconVerticalSolidList"/>
    <dgm:cxn modelId="{C8812043-A4E5-4BDF-9E57-54AC0EEA9710}" type="presParOf" srcId="{9A72BE6E-7034-4AF1-8527-A6CE8BDA3E37}" destId="{6FDFE613-5D34-46D6-A3B9-6A70F1EB2082}" srcOrd="2" destOrd="0" presId="urn:microsoft.com/office/officeart/2018/2/layout/IconVerticalSolidList"/>
    <dgm:cxn modelId="{E47ECF20-707F-4A3B-94B2-5B5EC1AD49DC}" type="presParOf" srcId="{6FDFE613-5D34-46D6-A3B9-6A70F1EB2082}" destId="{6D9D8CBA-C758-4DD7-9DF2-015C8BE816D8}" srcOrd="0" destOrd="0" presId="urn:microsoft.com/office/officeart/2018/2/layout/IconVerticalSolidList"/>
    <dgm:cxn modelId="{BC3475C1-C166-47F2-812D-542C438D9F00}" type="presParOf" srcId="{6FDFE613-5D34-46D6-A3B9-6A70F1EB2082}" destId="{E7C367A1-DAAB-458D-8D0D-390F38EDA0FB}" srcOrd="1" destOrd="0" presId="urn:microsoft.com/office/officeart/2018/2/layout/IconVerticalSolidList"/>
    <dgm:cxn modelId="{D6702957-0DC0-4CD2-869C-52EA0129684F}" type="presParOf" srcId="{6FDFE613-5D34-46D6-A3B9-6A70F1EB2082}" destId="{3CBE074F-518D-4865-A53E-ED46A3A44EB2}" srcOrd="2" destOrd="0" presId="urn:microsoft.com/office/officeart/2018/2/layout/IconVerticalSolidList"/>
    <dgm:cxn modelId="{95880182-BB47-4F41-9A8A-40766033F1D4}" type="presParOf" srcId="{6FDFE613-5D34-46D6-A3B9-6A70F1EB2082}" destId="{81E55523-7912-4E8F-9FC7-148D350D9492}" srcOrd="3" destOrd="0" presId="urn:microsoft.com/office/officeart/2018/2/layout/IconVerticalSolidList"/>
    <dgm:cxn modelId="{FFCDB7E9-EB38-4A8C-8BC3-5319BF7D7745}" type="presParOf" srcId="{9A72BE6E-7034-4AF1-8527-A6CE8BDA3E37}" destId="{76A2F414-C0C5-497A-9510-D8C6D558EEC8}" srcOrd="3" destOrd="0" presId="urn:microsoft.com/office/officeart/2018/2/layout/IconVerticalSolidList"/>
    <dgm:cxn modelId="{0100AE23-F2B2-43B0-90DB-91A00AE6D0C5}" type="presParOf" srcId="{9A72BE6E-7034-4AF1-8527-A6CE8BDA3E37}" destId="{7C5E6B44-B1EA-4865-89F4-6CDDAB9D74DB}" srcOrd="4" destOrd="0" presId="urn:microsoft.com/office/officeart/2018/2/layout/IconVerticalSolidList"/>
    <dgm:cxn modelId="{8CC587B6-DE84-4D06-8A53-E5B62346ACD3}" type="presParOf" srcId="{7C5E6B44-B1EA-4865-89F4-6CDDAB9D74DB}" destId="{14AAD237-7080-4F53-B34D-E3BC20D148ED}" srcOrd="0" destOrd="0" presId="urn:microsoft.com/office/officeart/2018/2/layout/IconVerticalSolidList"/>
    <dgm:cxn modelId="{738DC77A-7F76-4570-8B32-B021D3BC65B3}" type="presParOf" srcId="{7C5E6B44-B1EA-4865-89F4-6CDDAB9D74DB}" destId="{3D8ED049-6947-4554-B5F2-E97C21DA4831}" srcOrd="1" destOrd="0" presId="urn:microsoft.com/office/officeart/2018/2/layout/IconVerticalSolidList"/>
    <dgm:cxn modelId="{AB13F1EE-34F6-4088-8AE9-B9A26F2EE4B3}" type="presParOf" srcId="{7C5E6B44-B1EA-4865-89F4-6CDDAB9D74DB}" destId="{6D9AD0BF-AB40-439D-8186-43F6072BD4A5}" srcOrd="2" destOrd="0" presId="urn:microsoft.com/office/officeart/2018/2/layout/IconVerticalSolidList"/>
    <dgm:cxn modelId="{A02B6D77-9289-440C-90DD-BC4E7E4099AB}" type="presParOf" srcId="{7C5E6B44-B1EA-4865-89F4-6CDDAB9D74DB}" destId="{3EDB3158-2FD0-4AD0-B231-5A096C4F9625}" srcOrd="3" destOrd="0" presId="urn:microsoft.com/office/officeart/2018/2/layout/IconVerticalSolidList"/>
    <dgm:cxn modelId="{53ABA632-73C2-41E0-835E-19CCD3F07410}" type="presParOf" srcId="{9A72BE6E-7034-4AF1-8527-A6CE8BDA3E37}" destId="{F22AC1F3-F0E9-4A65-9FEE-F1A411E8ACDB}" srcOrd="5" destOrd="0" presId="urn:microsoft.com/office/officeart/2018/2/layout/IconVerticalSolidList"/>
    <dgm:cxn modelId="{882563BF-A059-4619-A068-9E9BC4813164}" type="presParOf" srcId="{9A72BE6E-7034-4AF1-8527-A6CE8BDA3E37}" destId="{48B724CF-CD86-42D1-8C51-B6ACF920460B}" srcOrd="6" destOrd="0" presId="urn:microsoft.com/office/officeart/2018/2/layout/IconVerticalSolidList"/>
    <dgm:cxn modelId="{CEEA8163-F808-4DCD-B052-A9033EE14317}" type="presParOf" srcId="{48B724CF-CD86-42D1-8C51-B6ACF920460B}" destId="{8CCA28C4-2007-4FAF-B51D-B4F3F8768005}" srcOrd="0" destOrd="0" presId="urn:microsoft.com/office/officeart/2018/2/layout/IconVerticalSolidList"/>
    <dgm:cxn modelId="{21147476-005F-476C-9007-6948EC6F2990}" type="presParOf" srcId="{48B724CF-CD86-42D1-8C51-B6ACF920460B}" destId="{B801E3BF-2718-477E-99C3-67964BC41640}" srcOrd="1" destOrd="0" presId="urn:microsoft.com/office/officeart/2018/2/layout/IconVerticalSolidList"/>
    <dgm:cxn modelId="{C3426919-1929-4E62-A5E2-3883BEE54D95}" type="presParOf" srcId="{48B724CF-CD86-42D1-8C51-B6ACF920460B}" destId="{1C399ADE-52FB-4874-A311-8CCA3C954FD1}" srcOrd="2" destOrd="0" presId="urn:microsoft.com/office/officeart/2018/2/layout/IconVerticalSolidList"/>
    <dgm:cxn modelId="{9FCD58F6-3DFF-4357-9D23-1CCB845B2615}" type="presParOf" srcId="{48B724CF-CD86-42D1-8C51-B6ACF920460B}" destId="{290954CE-FB78-48C8-8E86-93CBBA24F2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918F1F-2430-4263-ABD3-C61BEB5853AD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F6D655-11EB-461A-8435-C2BF9167FE4F}">
      <dgm:prSet/>
      <dgm:spPr/>
      <dgm:t>
        <a:bodyPr/>
        <a:lstStyle/>
        <a:p>
          <a:r>
            <a:rPr lang="en-US"/>
            <a:t>Compare</a:t>
          </a:r>
        </a:p>
      </dgm:t>
    </dgm:pt>
    <dgm:pt modelId="{284699D0-FDCC-4F13-87C0-6B1CE10244AA}" type="parTrans" cxnId="{371EA514-EEC2-491F-AAB9-C583EF4B64C9}">
      <dgm:prSet/>
      <dgm:spPr/>
      <dgm:t>
        <a:bodyPr/>
        <a:lstStyle/>
        <a:p>
          <a:endParaRPr lang="en-US"/>
        </a:p>
      </dgm:t>
    </dgm:pt>
    <dgm:pt modelId="{91524C5F-EFE0-47DA-91AA-E97EDD2FF6C0}" type="sibTrans" cxnId="{371EA514-EEC2-491F-AAB9-C583EF4B64C9}">
      <dgm:prSet/>
      <dgm:spPr/>
      <dgm:t>
        <a:bodyPr/>
        <a:lstStyle/>
        <a:p>
          <a:endParaRPr lang="en-US"/>
        </a:p>
      </dgm:t>
    </dgm:pt>
    <dgm:pt modelId="{2AEAD902-0CF3-494F-B506-409BB61BC8E2}">
      <dgm:prSet/>
      <dgm:spPr/>
      <dgm:t>
        <a:bodyPr/>
        <a:lstStyle/>
        <a:p>
          <a:r>
            <a:rPr lang="en-US"/>
            <a:t>Compare the distribution of a continuous variable across different categories or groups.</a:t>
          </a:r>
        </a:p>
      </dgm:t>
    </dgm:pt>
    <dgm:pt modelId="{5ED7254B-AC45-426E-982B-1436C679AD03}" type="parTrans" cxnId="{EBAEFA72-480E-445E-BCF1-3A3D9BEF805A}">
      <dgm:prSet/>
      <dgm:spPr/>
      <dgm:t>
        <a:bodyPr/>
        <a:lstStyle/>
        <a:p>
          <a:endParaRPr lang="en-US"/>
        </a:p>
      </dgm:t>
    </dgm:pt>
    <dgm:pt modelId="{10C03DE3-D647-42B6-8D43-46B997CA4ACF}" type="sibTrans" cxnId="{EBAEFA72-480E-445E-BCF1-3A3D9BEF805A}">
      <dgm:prSet/>
      <dgm:spPr/>
      <dgm:t>
        <a:bodyPr/>
        <a:lstStyle/>
        <a:p>
          <a:endParaRPr lang="en-US"/>
        </a:p>
      </dgm:t>
    </dgm:pt>
    <dgm:pt modelId="{F1E01964-1A1D-45FF-B66D-12FA5A7214F0}">
      <dgm:prSet/>
      <dgm:spPr/>
      <dgm:t>
        <a:bodyPr/>
        <a:lstStyle/>
        <a:p>
          <a:r>
            <a:rPr lang="en-US"/>
            <a:t>Examine</a:t>
          </a:r>
        </a:p>
      </dgm:t>
    </dgm:pt>
    <dgm:pt modelId="{D8F3CA3D-8C0E-4C33-83DF-1A4F9671AB7B}" type="parTrans" cxnId="{AB0305FE-DBBC-4820-BB1C-AEEF43586320}">
      <dgm:prSet/>
      <dgm:spPr/>
      <dgm:t>
        <a:bodyPr/>
        <a:lstStyle/>
        <a:p>
          <a:endParaRPr lang="en-US"/>
        </a:p>
      </dgm:t>
    </dgm:pt>
    <dgm:pt modelId="{42534AD3-2D05-4359-9220-4F007B0AB375}" type="sibTrans" cxnId="{AB0305FE-DBBC-4820-BB1C-AEEF43586320}">
      <dgm:prSet/>
      <dgm:spPr/>
      <dgm:t>
        <a:bodyPr/>
        <a:lstStyle/>
        <a:p>
          <a:endParaRPr lang="en-US"/>
        </a:p>
      </dgm:t>
    </dgm:pt>
    <dgm:pt modelId="{4BB28B1C-34A8-48B1-AC37-5EC0B0541C2C}">
      <dgm:prSet/>
      <dgm:spPr/>
      <dgm:t>
        <a:bodyPr/>
        <a:lstStyle/>
        <a:p>
          <a:r>
            <a:rPr lang="en-US"/>
            <a:t>Examine spread of a dataset, visualizing quartiles.</a:t>
          </a:r>
        </a:p>
      </dgm:t>
    </dgm:pt>
    <dgm:pt modelId="{0A9EF5AB-092E-4578-A546-970108C3AB5D}" type="parTrans" cxnId="{499140D4-C774-4F67-BD1B-5B7D59FB37F8}">
      <dgm:prSet/>
      <dgm:spPr/>
      <dgm:t>
        <a:bodyPr/>
        <a:lstStyle/>
        <a:p>
          <a:endParaRPr lang="en-US"/>
        </a:p>
      </dgm:t>
    </dgm:pt>
    <dgm:pt modelId="{51341385-1685-4DDF-AC99-46ACC4A79AF0}" type="sibTrans" cxnId="{499140D4-C774-4F67-BD1B-5B7D59FB37F8}">
      <dgm:prSet/>
      <dgm:spPr/>
      <dgm:t>
        <a:bodyPr/>
        <a:lstStyle/>
        <a:p>
          <a:endParaRPr lang="en-US"/>
        </a:p>
      </dgm:t>
    </dgm:pt>
    <dgm:pt modelId="{4CB8D860-17CF-4040-A4AE-B97709053D1F}">
      <dgm:prSet/>
      <dgm:spPr/>
      <dgm:t>
        <a:bodyPr/>
        <a:lstStyle/>
        <a:p>
          <a:r>
            <a:rPr lang="en-US"/>
            <a:t>Box</a:t>
          </a:r>
        </a:p>
      </dgm:t>
    </dgm:pt>
    <dgm:pt modelId="{FE62B942-ADCD-4733-89C4-88AEC6EC55BC}" type="parTrans" cxnId="{A004CEDE-5640-4D9E-BA0F-60688FB9DE83}">
      <dgm:prSet/>
      <dgm:spPr/>
      <dgm:t>
        <a:bodyPr/>
        <a:lstStyle/>
        <a:p>
          <a:endParaRPr lang="en-US"/>
        </a:p>
      </dgm:t>
    </dgm:pt>
    <dgm:pt modelId="{4A82C046-3E11-41F6-9BD3-67AD014DC77C}" type="sibTrans" cxnId="{A004CEDE-5640-4D9E-BA0F-60688FB9DE83}">
      <dgm:prSet/>
      <dgm:spPr/>
      <dgm:t>
        <a:bodyPr/>
        <a:lstStyle/>
        <a:p>
          <a:endParaRPr lang="en-US"/>
        </a:p>
      </dgm:t>
    </dgm:pt>
    <dgm:pt modelId="{C0FF148E-A04E-483A-9C65-E5EB56E74AB3}">
      <dgm:prSet/>
      <dgm:spPr/>
      <dgm:t>
        <a:bodyPr/>
        <a:lstStyle/>
        <a:p>
          <a:r>
            <a:rPr lang="en-US"/>
            <a:t>Box plot gives valuable information about the outliers, such as their appearance and their extend. Ignoring outliers sometimes leads to misinterpretation.</a:t>
          </a:r>
        </a:p>
      </dgm:t>
    </dgm:pt>
    <dgm:pt modelId="{4B07B773-7119-41AF-B3E8-7B233DD44C87}" type="parTrans" cxnId="{5985EC9C-D4F4-4B9D-A412-795E0DCCE8F0}">
      <dgm:prSet/>
      <dgm:spPr/>
      <dgm:t>
        <a:bodyPr/>
        <a:lstStyle/>
        <a:p>
          <a:endParaRPr lang="en-US"/>
        </a:p>
      </dgm:t>
    </dgm:pt>
    <dgm:pt modelId="{011A2F92-53B8-4D1D-B588-E8BAD7D74F30}" type="sibTrans" cxnId="{5985EC9C-D4F4-4B9D-A412-795E0DCCE8F0}">
      <dgm:prSet/>
      <dgm:spPr/>
      <dgm:t>
        <a:bodyPr/>
        <a:lstStyle/>
        <a:p>
          <a:endParaRPr lang="en-US"/>
        </a:p>
      </dgm:t>
    </dgm:pt>
    <dgm:pt modelId="{2907C3B3-335D-49C7-A3E2-829A9404F71D}" type="pres">
      <dgm:prSet presAssocID="{E8918F1F-2430-4263-ABD3-C61BEB5853A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2B16F3-7CC3-4081-B3AA-2DF237119625}" type="pres">
      <dgm:prSet presAssocID="{D1F6D655-11EB-461A-8435-C2BF9167FE4F}" presName="linNode" presStyleCnt="0"/>
      <dgm:spPr/>
    </dgm:pt>
    <dgm:pt modelId="{21FC0779-CB26-4880-BA28-B6167F95B2EC}" type="pres">
      <dgm:prSet presAssocID="{D1F6D655-11EB-461A-8435-C2BF9167FE4F}" presName="parentText" presStyleLbl="solidFgAcc1" presStyleIdx="0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B1AF08C1-F0E0-455D-A584-82BF2F5E3EDC}" type="pres">
      <dgm:prSet presAssocID="{D1F6D655-11EB-461A-8435-C2BF9167FE4F}" presName="descendantText" presStyleLbl="alignNode1" presStyleIdx="0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  <dgm:pt modelId="{AEEB1792-8DA8-49D0-97F1-3B628303D32B}" type="pres">
      <dgm:prSet presAssocID="{91524C5F-EFE0-47DA-91AA-E97EDD2FF6C0}" presName="sp" presStyleCnt="0"/>
      <dgm:spPr/>
    </dgm:pt>
    <dgm:pt modelId="{EB8FA3ED-B515-48A0-B407-37487984AEEB}" type="pres">
      <dgm:prSet presAssocID="{F1E01964-1A1D-45FF-B66D-12FA5A7214F0}" presName="linNode" presStyleCnt="0"/>
      <dgm:spPr/>
    </dgm:pt>
    <dgm:pt modelId="{0598D4CE-E4C0-4F27-AD54-06E43809B6DC}" type="pres">
      <dgm:prSet presAssocID="{F1E01964-1A1D-45FF-B66D-12FA5A7214F0}" presName="parentText" presStyleLbl="solidFgAcc1" presStyleIdx="1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02CA7607-D44B-43E5-AB93-535831CFCD12}" type="pres">
      <dgm:prSet presAssocID="{F1E01964-1A1D-45FF-B66D-12FA5A7214F0}" presName="descendantText" presStyleLbl="alignNode1" presStyleIdx="1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  <dgm:pt modelId="{2E5D20B1-8019-45FE-8B98-4D160BF9CD7C}" type="pres">
      <dgm:prSet presAssocID="{42534AD3-2D05-4359-9220-4F007B0AB375}" presName="sp" presStyleCnt="0"/>
      <dgm:spPr/>
    </dgm:pt>
    <dgm:pt modelId="{84EE4557-0C50-417C-9FB2-DA2ACBCA63E7}" type="pres">
      <dgm:prSet presAssocID="{4CB8D860-17CF-4040-A4AE-B97709053D1F}" presName="linNode" presStyleCnt="0"/>
      <dgm:spPr/>
    </dgm:pt>
    <dgm:pt modelId="{B6E608BC-7494-4791-B24C-3A37122D6A20}" type="pres">
      <dgm:prSet presAssocID="{4CB8D860-17CF-4040-A4AE-B97709053D1F}" presName="parentText" presStyleLbl="solidFgAcc1" presStyleIdx="2" presStyleCnt="3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1AD9ABB1-CFC7-424F-8E6E-D942C55B6E28}" type="pres">
      <dgm:prSet presAssocID="{4CB8D860-17CF-4040-A4AE-B97709053D1F}" presName="descendantText" presStyleLbl="alignNode1" presStyleIdx="2" presStyleCnt="3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</dgm:ptLst>
  <dgm:cxnLst>
    <dgm:cxn modelId="{7342BA00-F08D-4F48-9893-FF5AC941AF05}" type="presOf" srcId="{D1F6D655-11EB-461A-8435-C2BF9167FE4F}" destId="{21FC0779-CB26-4880-BA28-B6167F95B2EC}" srcOrd="0" destOrd="0" presId="urn:microsoft.com/office/officeart/2016/7/layout/VerticalHollowActionList"/>
    <dgm:cxn modelId="{AB0305FE-DBBC-4820-BB1C-AEEF43586320}" srcId="{E8918F1F-2430-4263-ABD3-C61BEB5853AD}" destId="{F1E01964-1A1D-45FF-B66D-12FA5A7214F0}" srcOrd="1" destOrd="0" parTransId="{D8F3CA3D-8C0E-4C33-83DF-1A4F9671AB7B}" sibTransId="{42534AD3-2D05-4359-9220-4F007B0AB375}"/>
    <dgm:cxn modelId="{A004CEDE-5640-4D9E-BA0F-60688FB9DE83}" srcId="{E8918F1F-2430-4263-ABD3-C61BEB5853AD}" destId="{4CB8D860-17CF-4040-A4AE-B97709053D1F}" srcOrd="2" destOrd="0" parTransId="{FE62B942-ADCD-4733-89C4-88AEC6EC55BC}" sibTransId="{4A82C046-3E11-41F6-9BD3-67AD014DC77C}"/>
    <dgm:cxn modelId="{A2A0F0F6-AEE2-4EC4-B849-D00E387613C5}" type="presOf" srcId="{4CB8D860-17CF-4040-A4AE-B97709053D1F}" destId="{B6E608BC-7494-4791-B24C-3A37122D6A20}" srcOrd="0" destOrd="0" presId="urn:microsoft.com/office/officeart/2016/7/layout/VerticalHollowActionList"/>
    <dgm:cxn modelId="{371EA514-EEC2-491F-AAB9-C583EF4B64C9}" srcId="{E8918F1F-2430-4263-ABD3-C61BEB5853AD}" destId="{D1F6D655-11EB-461A-8435-C2BF9167FE4F}" srcOrd="0" destOrd="0" parTransId="{284699D0-FDCC-4F13-87C0-6B1CE10244AA}" sibTransId="{91524C5F-EFE0-47DA-91AA-E97EDD2FF6C0}"/>
    <dgm:cxn modelId="{979F60B1-D8C6-4014-A118-70627CD2FFA2}" type="presOf" srcId="{C0FF148E-A04E-483A-9C65-E5EB56E74AB3}" destId="{1AD9ABB1-CFC7-424F-8E6E-D942C55B6E28}" srcOrd="0" destOrd="0" presId="urn:microsoft.com/office/officeart/2016/7/layout/VerticalHollowActionList"/>
    <dgm:cxn modelId="{5985EC9C-D4F4-4B9D-A412-795E0DCCE8F0}" srcId="{4CB8D860-17CF-4040-A4AE-B97709053D1F}" destId="{C0FF148E-A04E-483A-9C65-E5EB56E74AB3}" srcOrd="0" destOrd="0" parTransId="{4B07B773-7119-41AF-B3E8-7B233DD44C87}" sibTransId="{011A2F92-53B8-4D1D-B588-E8BAD7D74F30}"/>
    <dgm:cxn modelId="{47033423-C9A4-4C74-9BF6-F9F1EB3037C0}" type="presOf" srcId="{4BB28B1C-34A8-48B1-AC37-5EC0B0541C2C}" destId="{02CA7607-D44B-43E5-AB93-535831CFCD12}" srcOrd="0" destOrd="0" presId="urn:microsoft.com/office/officeart/2016/7/layout/VerticalHollowActionList"/>
    <dgm:cxn modelId="{EBAEFA72-480E-445E-BCF1-3A3D9BEF805A}" srcId="{D1F6D655-11EB-461A-8435-C2BF9167FE4F}" destId="{2AEAD902-0CF3-494F-B506-409BB61BC8E2}" srcOrd="0" destOrd="0" parTransId="{5ED7254B-AC45-426E-982B-1436C679AD03}" sibTransId="{10C03DE3-D647-42B6-8D43-46B997CA4ACF}"/>
    <dgm:cxn modelId="{7FF43D0F-9938-4745-9117-D0E98A247DA5}" type="presOf" srcId="{2AEAD902-0CF3-494F-B506-409BB61BC8E2}" destId="{B1AF08C1-F0E0-455D-A584-82BF2F5E3EDC}" srcOrd="0" destOrd="0" presId="urn:microsoft.com/office/officeart/2016/7/layout/VerticalHollowActionList"/>
    <dgm:cxn modelId="{124092A4-AA5D-4CEF-9029-CA0FFAC962E2}" type="presOf" srcId="{F1E01964-1A1D-45FF-B66D-12FA5A7214F0}" destId="{0598D4CE-E4C0-4F27-AD54-06E43809B6DC}" srcOrd="0" destOrd="0" presId="urn:microsoft.com/office/officeart/2016/7/layout/VerticalHollowActionList"/>
    <dgm:cxn modelId="{B3A0F820-BF3B-4483-8DA2-C83A1395A6E2}" type="presOf" srcId="{E8918F1F-2430-4263-ABD3-C61BEB5853AD}" destId="{2907C3B3-335D-49C7-A3E2-829A9404F71D}" srcOrd="0" destOrd="0" presId="urn:microsoft.com/office/officeart/2016/7/layout/VerticalHollowActionList"/>
    <dgm:cxn modelId="{499140D4-C774-4F67-BD1B-5B7D59FB37F8}" srcId="{F1E01964-1A1D-45FF-B66D-12FA5A7214F0}" destId="{4BB28B1C-34A8-48B1-AC37-5EC0B0541C2C}" srcOrd="0" destOrd="0" parTransId="{0A9EF5AB-092E-4578-A546-970108C3AB5D}" sibTransId="{51341385-1685-4DDF-AC99-46ACC4A79AF0}"/>
    <dgm:cxn modelId="{AF0D7CF2-7B44-4964-8625-2681F700B0A5}" type="presParOf" srcId="{2907C3B3-335D-49C7-A3E2-829A9404F71D}" destId="{522B16F3-7CC3-4081-B3AA-2DF237119625}" srcOrd="0" destOrd="0" presId="urn:microsoft.com/office/officeart/2016/7/layout/VerticalHollowActionList"/>
    <dgm:cxn modelId="{596E5AE5-38C0-41B3-A6B4-AA0B77371443}" type="presParOf" srcId="{522B16F3-7CC3-4081-B3AA-2DF237119625}" destId="{21FC0779-CB26-4880-BA28-B6167F95B2EC}" srcOrd="0" destOrd="0" presId="urn:microsoft.com/office/officeart/2016/7/layout/VerticalHollowActionList"/>
    <dgm:cxn modelId="{FBB8D19C-6475-46A1-91CF-C66B26A40715}" type="presParOf" srcId="{522B16F3-7CC3-4081-B3AA-2DF237119625}" destId="{B1AF08C1-F0E0-455D-A584-82BF2F5E3EDC}" srcOrd="1" destOrd="0" presId="urn:microsoft.com/office/officeart/2016/7/layout/VerticalHollowActionList"/>
    <dgm:cxn modelId="{007CB533-BFD1-42FF-85B9-D659FD2F4667}" type="presParOf" srcId="{2907C3B3-335D-49C7-A3E2-829A9404F71D}" destId="{AEEB1792-8DA8-49D0-97F1-3B628303D32B}" srcOrd="1" destOrd="0" presId="urn:microsoft.com/office/officeart/2016/7/layout/VerticalHollowActionList"/>
    <dgm:cxn modelId="{53CF62A5-AE98-4C86-82C3-92F1C59FDEDE}" type="presParOf" srcId="{2907C3B3-335D-49C7-A3E2-829A9404F71D}" destId="{EB8FA3ED-B515-48A0-B407-37487984AEEB}" srcOrd="2" destOrd="0" presId="urn:microsoft.com/office/officeart/2016/7/layout/VerticalHollowActionList"/>
    <dgm:cxn modelId="{01EA0211-CC5F-4007-A7CB-A7D9CD0CF686}" type="presParOf" srcId="{EB8FA3ED-B515-48A0-B407-37487984AEEB}" destId="{0598D4CE-E4C0-4F27-AD54-06E43809B6DC}" srcOrd="0" destOrd="0" presId="urn:microsoft.com/office/officeart/2016/7/layout/VerticalHollowActionList"/>
    <dgm:cxn modelId="{B0B16C80-7C3E-4898-8470-19CD57D93435}" type="presParOf" srcId="{EB8FA3ED-B515-48A0-B407-37487984AEEB}" destId="{02CA7607-D44B-43E5-AB93-535831CFCD12}" srcOrd="1" destOrd="0" presId="urn:microsoft.com/office/officeart/2016/7/layout/VerticalHollowActionList"/>
    <dgm:cxn modelId="{6F719ECB-112B-40F8-9EF6-89A351CCBFF1}" type="presParOf" srcId="{2907C3B3-335D-49C7-A3E2-829A9404F71D}" destId="{2E5D20B1-8019-45FE-8B98-4D160BF9CD7C}" srcOrd="3" destOrd="0" presId="urn:microsoft.com/office/officeart/2016/7/layout/VerticalHollowActionList"/>
    <dgm:cxn modelId="{7111BD1C-1B58-47FE-8A95-9D25D684D61F}" type="presParOf" srcId="{2907C3B3-335D-49C7-A3E2-829A9404F71D}" destId="{84EE4557-0C50-417C-9FB2-DA2ACBCA63E7}" srcOrd="4" destOrd="0" presId="urn:microsoft.com/office/officeart/2016/7/layout/VerticalHollowActionList"/>
    <dgm:cxn modelId="{F5821188-C1D4-41F6-8D24-D9C8718D13E8}" type="presParOf" srcId="{84EE4557-0C50-417C-9FB2-DA2ACBCA63E7}" destId="{B6E608BC-7494-4791-B24C-3A37122D6A20}" srcOrd="0" destOrd="0" presId="urn:microsoft.com/office/officeart/2016/7/layout/VerticalHollowActionList"/>
    <dgm:cxn modelId="{5F74E2CF-E1A5-4E0A-9566-C2378FCD8DE7}" type="presParOf" srcId="{84EE4557-0C50-417C-9FB2-DA2ACBCA63E7}" destId="{1AD9ABB1-CFC7-424F-8E6E-D942C55B6E2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0C678-96E4-48F4-9BCF-8F5BE3333A67}">
      <dsp:nvSpPr>
        <dsp:cNvPr id="0" name=""/>
        <dsp:cNvSpPr/>
      </dsp:nvSpPr>
      <dsp:spPr>
        <a:xfrm>
          <a:off x="0" y="165288"/>
          <a:ext cx="6798539" cy="1235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Graphical Representation of data and information</a:t>
          </a:r>
        </a:p>
      </dsp:txBody>
      <dsp:txXfrm>
        <a:off x="60313" y="225601"/>
        <a:ext cx="6677913" cy="1114894"/>
      </dsp:txXfrm>
    </dsp:sp>
    <dsp:sp modelId="{78901186-AAB6-4F4A-8DB0-D4AFCB794E1A}">
      <dsp:nvSpPr>
        <dsp:cNvPr id="0" name=""/>
        <dsp:cNvSpPr/>
      </dsp:nvSpPr>
      <dsp:spPr>
        <a:xfrm>
          <a:off x="0" y="1492968"/>
          <a:ext cx="6798539" cy="12355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Includes </a:t>
          </a:r>
          <a:r>
            <a:rPr lang="en-US" sz="3200" kern="1200">
              <a:sym typeface="Wingdings" panose="05000000000000000000" pitchFamily="2" charset="2"/>
            </a:rPr>
            <a:t></a:t>
          </a:r>
          <a:r>
            <a:rPr lang="en-US" sz="3200" kern="1200"/>
            <a:t> </a:t>
          </a:r>
        </a:p>
      </dsp:txBody>
      <dsp:txXfrm>
        <a:off x="60313" y="1553281"/>
        <a:ext cx="6677913" cy="1114894"/>
      </dsp:txXfrm>
    </dsp:sp>
    <dsp:sp modelId="{3E52A509-5174-416F-88BF-6696D9E95766}">
      <dsp:nvSpPr>
        <dsp:cNvPr id="0" name=""/>
        <dsp:cNvSpPr/>
      </dsp:nvSpPr>
      <dsp:spPr>
        <a:xfrm>
          <a:off x="0" y="2728488"/>
          <a:ext cx="6798539" cy="811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kern="1200"/>
            <a:t>Basic charts and graphs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kern="1200"/>
            <a:t>Interactive dashboards and maps</a:t>
          </a:r>
        </a:p>
      </dsp:txBody>
      <dsp:txXfrm>
        <a:off x="0" y="2728488"/>
        <a:ext cx="6798539" cy="811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61C78-99EB-47C1-B938-A2AC8485C6ED}">
      <dsp:nvSpPr>
        <dsp:cNvPr id="0" name=""/>
        <dsp:cNvSpPr/>
      </dsp:nvSpPr>
      <dsp:spPr>
        <a:xfrm>
          <a:off x="872420" y="1336486"/>
          <a:ext cx="696935" cy="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B52F0-6F80-4C06-81EE-235B48257594}">
      <dsp:nvSpPr>
        <dsp:cNvPr id="0" name=""/>
        <dsp:cNvSpPr/>
      </dsp:nvSpPr>
      <dsp:spPr>
        <a:xfrm>
          <a:off x="1611172" y="1277692"/>
          <a:ext cx="80147" cy="1512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96160"/>
            <a:satOff val="-3661"/>
            <a:lumOff val="-41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96160"/>
              <a:satOff val="-3661"/>
              <a:lumOff val="-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9CC79-EDCA-4287-958C-AF616E910B3E}">
      <dsp:nvSpPr>
        <dsp:cNvPr id="0" name=""/>
        <dsp:cNvSpPr/>
      </dsp:nvSpPr>
      <dsp:spPr>
        <a:xfrm>
          <a:off x="447890" y="999109"/>
          <a:ext cx="674826" cy="6748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1</a:t>
          </a:r>
        </a:p>
      </dsp:txBody>
      <dsp:txXfrm>
        <a:off x="546716" y="1097935"/>
        <a:ext cx="477174" cy="477174"/>
      </dsp:txXfrm>
    </dsp:sp>
    <dsp:sp modelId="{FFD6D45F-4575-4966-BF0A-C116C50C83D2}">
      <dsp:nvSpPr>
        <dsp:cNvPr id="0" name=""/>
        <dsp:cNvSpPr/>
      </dsp:nvSpPr>
      <dsp:spPr>
        <a:xfrm>
          <a:off x="1251" y="1839535"/>
          <a:ext cx="1568105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792320"/>
            <a:satOff val="-7321"/>
            <a:lumOff val="-82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792320"/>
              <a:satOff val="-7321"/>
              <a:lumOff val="-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94" tIns="165100" rIns="123694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Choose the right type of Visualization Techniques.</a:t>
          </a:r>
        </a:p>
      </dsp:txBody>
      <dsp:txXfrm>
        <a:off x="1251" y="2153156"/>
        <a:ext cx="1568105" cy="2020528"/>
      </dsp:txXfrm>
    </dsp:sp>
    <dsp:sp modelId="{1FBD8D3D-A9BC-4FF6-9553-F6BF2BE9721B}">
      <dsp:nvSpPr>
        <dsp:cNvPr id="0" name=""/>
        <dsp:cNvSpPr/>
      </dsp:nvSpPr>
      <dsp:spPr>
        <a:xfrm>
          <a:off x="1743590" y="1336486"/>
          <a:ext cx="1575799" cy="72"/>
        </a:xfrm>
        <a:prstGeom prst="rect">
          <a:avLst/>
        </a:prstGeom>
        <a:solidFill>
          <a:schemeClr val="accent2">
            <a:tint val="40000"/>
            <a:alpha val="90000"/>
            <a:hueOff val="1188480"/>
            <a:satOff val="-10982"/>
            <a:lumOff val="-12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88480"/>
              <a:satOff val="-10982"/>
              <a:lumOff val="-12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304D0-3508-44D7-8929-0CF5F0A1FB26}">
      <dsp:nvSpPr>
        <dsp:cNvPr id="0" name=""/>
        <dsp:cNvSpPr/>
      </dsp:nvSpPr>
      <dsp:spPr>
        <a:xfrm>
          <a:off x="3361411" y="1277692"/>
          <a:ext cx="80540" cy="1512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584640"/>
            <a:satOff val="-14643"/>
            <a:lumOff val="-165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584640"/>
              <a:satOff val="-14643"/>
              <a:lumOff val="-16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FDE1F-ED2B-4379-94A6-381B9856270B}">
      <dsp:nvSpPr>
        <dsp:cNvPr id="0" name=""/>
        <dsp:cNvSpPr/>
      </dsp:nvSpPr>
      <dsp:spPr>
        <a:xfrm>
          <a:off x="2194076" y="999109"/>
          <a:ext cx="674826" cy="674826"/>
        </a:xfrm>
        <a:prstGeom prst="ellips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2</a:t>
          </a:r>
        </a:p>
      </dsp:txBody>
      <dsp:txXfrm>
        <a:off x="2292902" y="1097935"/>
        <a:ext cx="477174" cy="477174"/>
      </dsp:txXfrm>
    </dsp:sp>
    <dsp:sp modelId="{E6CF3162-34A9-44B8-B33F-0E6602BA7A8B}">
      <dsp:nvSpPr>
        <dsp:cNvPr id="0" name=""/>
        <dsp:cNvSpPr/>
      </dsp:nvSpPr>
      <dsp:spPr>
        <a:xfrm>
          <a:off x="1743590" y="1839535"/>
          <a:ext cx="1621261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980799"/>
            <a:satOff val="-18304"/>
            <a:lumOff val="-206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980799"/>
              <a:satOff val="-18304"/>
              <a:lumOff val="-20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887" tIns="165100" rIns="127887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Line chart </a:t>
          </a:r>
          <a:r>
            <a:rPr lang="en-US" sz="1800" kern="1200" dirty="0">
              <a:sym typeface="Wingdings" panose="05000000000000000000" pitchFamily="2" charset="2"/>
            </a:rPr>
            <a:t></a:t>
          </a:r>
          <a:r>
            <a:rPr lang="en-US" sz="1800" kern="1200" dirty="0"/>
            <a:t> trends over time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Bar chart </a:t>
          </a:r>
          <a:r>
            <a:rPr lang="en-US" sz="1800" kern="1200" dirty="0">
              <a:sym typeface="Wingdings" panose="05000000000000000000" pitchFamily="2" charset="2"/>
            </a:rPr>
            <a:t></a:t>
          </a:r>
          <a:r>
            <a:rPr lang="en-US" sz="1800" kern="1200" dirty="0"/>
            <a:t> comparing </a:t>
          </a:r>
          <a:r>
            <a:rPr lang="en-US" sz="1800" kern="1200" dirty="0" smtClean="0"/>
            <a:t>values</a:t>
          </a:r>
          <a:endParaRPr lang="en-US" sz="2400" kern="1200" dirty="0"/>
        </a:p>
      </dsp:txBody>
      <dsp:txXfrm>
        <a:off x="1743590" y="2163787"/>
        <a:ext cx="1621261" cy="2009897"/>
      </dsp:txXfrm>
    </dsp:sp>
    <dsp:sp modelId="{761B8345-1F7C-44DC-88F9-708DC2BD2141}">
      <dsp:nvSpPr>
        <dsp:cNvPr id="0" name=""/>
        <dsp:cNvSpPr/>
      </dsp:nvSpPr>
      <dsp:spPr>
        <a:xfrm>
          <a:off x="3544992" y="1336486"/>
          <a:ext cx="1568105" cy="72"/>
        </a:xfrm>
        <a:prstGeom prst="rect">
          <a:avLst/>
        </a:prstGeom>
        <a:solidFill>
          <a:schemeClr val="accent2">
            <a:tint val="40000"/>
            <a:alpha val="90000"/>
            <a:hueOff val="2376959"/>
            <a:satOff val="-21964"/>
            <a:lumOff val="-247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376959"/>
              <a:satOff val="-21964"/>
              <a:lumOff val="-24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CFDB7-7FF8-4B3E-A5EC-D876980F2349}">
      <dsp:nvSpPr>
        <dsp:cNvPr id="0" name=""/>
        <dsp:cNvSpPr/>
      </dsp:nvSpPr>
      <dsp:spPr>
        <a:xfrm>
          <a:off x="5154913" y="1277692"/>
          <a:ext cx="80147" cy="1512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773119"/>
            <a:satOff val="-25625"/>
            <a:lumOff val="-288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773119"/>
              <a:satOff val="-25625"/>
              <a:lumOff val="-28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D0362-618D-4740-B5BF-7493C61E2728}">
      <dsp:nvSpPr>
        <dsp:cNvPr id="0" name=""/>
        <dsp:cNvSpPr/>
      </dsp:nvSpPr>
      <dsp:spPr>
        <a:xfrm>
          <a:off x="3991631" y="999109"/>
          <a:ext cx="674826" cy="674826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3</a:t>
          </a:r>
        </a:p>
      </dsp:txBody>
      <dsp:txXfrm>
        <a:off x="4090457" y="1097935"/>
        <a:ext cx="477174" cy="477174"/>
      </dsp:txXfrm>
    </dsp:sp>
    <dsp:sp modelId="{88BEEA0C-BA3E-4D52-ABC8-CAAFFCAACA44}">
      <dsp:nvSpPr>
        <dsp:cNvPr id="0" name=""/>
        <dsp:cNvSpPr/>
      </dsp:nvSpPr>
      <dsp:spPr>
        <a:xfrm>
          <a:off x="3544992" y="1839535"/>
          <a:ext cx="1568105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169279"/>
            <a:satOff val="-29286"/>
            <a:lumOff val="-330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169279"/>
              <a:satOff val="-29286"/>
              <a:lumOff val="-33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94" tIns="165100" rIns="123694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baseline="0"/>
            <a:t>Use clear Labelling and Formatting.</a:t>
          </a:r>
          <a:endParaRPr lang="en-US" sz="1800" kern="1200"/>
        </a:p>
      </dsp:txBody>
      <dsp:txXfrm>
        <a:off x="3544992" y="2153156"/>
        <a:ext cx="1568105" cy="2020528"/>
      </dsp:txXfrm>
    </dsp:sp>
    <dsp:sp modelId="{BFE2B5C2-22E0-4C90-96E2-521AD7EF875B}">
      <dsp:nvSpPr>
        <dsp:cNvPr id="0" name=""/>
        <dsp:cNvSpPr/>
      </dsp:nvSpPr>
      <dsp:spPr>
        <a:xfrm>
          <a:off x="5287331" y="1336486"/>
          <a:ext cx="1568105" cy="72"/>
        </a:xfrm>
        <a:prstGeom prst="rect">
          <a:avLst/>
        </a:prstGeom>
        <a:solidFill>
          <a:schemeClr val="accent2">
            <a:tint val="40000"/>
            <a:alpha val="90000"/>
            <a:hueOff val="3565439"/>
            <a:satOff val="-32946"/>
            <a:lumOff val="-371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565439"/>
              <a:satOff val="-32946"/>
              <a:lumOff val="-37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1D363-3B1E-4783-80C4-9FFF88C2E764}">
      <dsp:nvSpPr>
        <dsp:cNvPr id="0" name=""/>
        <dsp:cNvSpPr/>
      </dsp:nvSpPr>
      <dsp:spPr>
        <a:xfrm>
          <a:off x="6897252" y="1277692"/>
          <a:ext cx="80147" cy="1512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961599"/>
            <a:satOff val="-36607"/>
            <a:lumOff val="-412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961599"/>
              <a:satOff val="-36607"/>
              <a:lumOff val="-41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089AA-95BD-42AD-B75B-801C3966EBB5}">
      <dsp:nvSpPr>
        <dsp:cNvPr id="0" name=""/>
        <dsp:cNvSpPr/>
      </dsp:nvSpPr>
      <dsp:spPr>
        <a:xfrm>
          <a:off x="5733970" y="999109"/>
          <a:ext cx="674826" cy="674826"/>
        </a:xfrm>
        <a:prstGeom prst="ellips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4</a:t>
          </a:r>
        </a:p>
      </dsp:txBody>
      <dsp:txXfrm>
        <a:off x="5832796" y="1097935"/>
        <a:ext cx="477174" cy="477174"/>
      </dsp:txXfrm>
    </dsp:sp>
    <dsp:sp modelId="{7F09DBC4-897E-4A9F-BE09-C5114A871D48}">
      <dsp:nvSpPr>
        <dsp:cNvPr id="0" name=""/>
        <dsp:cNvSpPr/>
      </dsp:nvSpPr>
      <dsp:spPr>
        <a:xfrm>
          <a:off x="5287331" y="1839535"/>
          <a:ext cx="1568105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357759"/>
            <a:satOff val="-40268"/>
            <a:lumOff val="-453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357759"/>
              <a:satOff val="-40268"/>
              <a:lumOff val="-45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94" tIns="165100" rIns="123694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Avoid unnecessary animations.</a:t>
          </a:r>
        </a:p>
      </dsp:txBody>
      <dsp:txXfrm>
        <a:off x="5287331" y="2153156"/>
        <a:ext cx="1568105" cy="2020528"/>
      </dsp:txXfrm>
    </dsp:sp>
    <dsp:sp modelId="{C0AA6463-EFFF-4987-9AD5-DFB30DCE7A80}">
      <dsp:nvSpPr>
        <dsp:cNvPr id="0" name=""/>
        <dsp:cNvSpPr/>
      </dsp:nvSpPr>
      <dsp:spPr>
        <a:xfrm>
          <a:off x="7029670" y="1336486"/>
          <a:ext cx="1568105" cy="72"/>
        </a:xfrm>
        <a:prstGeom prst="rect">
          <a:avLst/>
        </a:prstGeom>
        <a:solidFill>
          <a:schemeClr val="accent2">
            <a:tint val="40000"/>
            <a:alpha val="90000"/>
            <a:hueOff val="4753919"/>
            <a:satOff val="-43928"/>
            <a:lumOff val="-495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753919"/>
              <a:satOff val="-43928"/>
              <a:lumOff val="-49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E71BE-6869-44B1-A384-27B5AEF58937}">
      <dsp:nvSpPr>
        <dsp:cNvPr id="0" name=""/>
        <dsp:cNvSpPr/>
      </dsp:nvSpPr>
      <dsp:spPr>
        <a:xfrm>
          <a:off x="8639591" y="1277692"/>
          <a:ext cx="80147" cy="15127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5150078"/>
            <a:satOff val="-47589"/>
            <a:lumOff val="-536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150078"/>
              <a:satOff val="-47589"/>
              <a:lumOff val="-53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682BD-4665-4514-B13B-AF07F57E63A4}">
      <dsp:nvSpPr>
        <dsp:cNvPr id="0" name=""/>
        <dsp:cNvSpPr/>
      </dsp:nvSpPr>
      <dsp:spPr>
        <a:xfrm>
          <a:off x="7476309" y="999109"/>
          <a:ext cx="674826" cy="674826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5</a:t>
          </a:r>
        </a:p>
      </dsp:txBody>
      <dsp:txXfrm>
        <a:off x="7575135" y="1097935"/>
        <a:ext cx="477174" cy="477174"/>
      </dsp:txXfrm>
    </dsp:sp>
    <dsp:sp modelId="{D1122889-CCAD-4A50-B4C0-1E0F639BDC77}">
      <dsp:nvSpPr>
        <dsp:cNvPr id="0" name=""/>
        <dsp:cNvSpPr/>
      </dsp:nvSpPr>
      <dsp:spPr>
        <a:xfrm>
          <a:off x="7029670" y="1839535"/>
          <a:ext cx="1568105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5546239"/>
            <a:satOff val="-51250"/>
            <a:lumOff val="-57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546239"/>
              <a:satOff val="-51250"/>
              <a:lumOff val="-57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94" tIns="165100" rIns="123694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Focus on main point for visualizations.</a:t>
          </a:r>
        </a:p>
      </dsp:txBody>
      <dsp:txXfrm>
        <a:off x="7029670" y="2153156"/>
        <a:ext cx="1568105" cy="2020528"/>
      </dsp:txXfrm>
    </dsp:sp>
    <dsp:sp modelId="{1E6365E6-0D80-4518-8C11-9CDD05EED084}">
      <dsp:nvSpPr>
        <dsp:cNvPr id="0" name=""/>
        <dsp:cNvSpPr/>
      </dsp:nvSpPr>
      <dsp:spPr>
        <a:xfrm>
          <a:off x="8772009" y="1336486"/>
          <a:ext cx="784052" cy="72"/>
        </a:xfrm>
        <a:prstGeom prst="rect">
          <a:avLst/>
        </a:prstGeom>
        <a:solidFill>
          <a:schemeClr val="accent2">
            <a:tint val="40000"/>
            <a:alpha val="90000"/>
            <a:hueOff val="5942398"/>
            <a:satOff val="-54911"/>
            <a:lumOff val="-619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942398"/>
              <a:satOff val="-54911"/>
              <a:lumOff val="-61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15048-90A7-4E44-BD9C-74F9BD6E66BC}">
      <dsp:nvSpPr>
        <dsp:cNvPr id="0" name=""/>
        <dsp:cNvSpPr/>
      </dsp:nvSpPr>
      <dsp:spPr>
        <a:xfrm>
          <a:off x="9218649" y="999109"/>
          <a:ext cx="674826" cy="674826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187" tIns="26187" rIns="26187" bIns="26187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/>
            <a:t>6</a:t>
          </a:r>
        </a:p>
      </dsp:txBody>
      <dsp:txXfrm>
        <a:off x="9317475" y="1097935"/>
        <a:ext cx="477174" cy="477174"/>
      </dsp:txXfrm>
    </dsp:sp>
    <dsp:sp modelId="{22F559CE-9F7E-447A-8F8A-C3939B60C905}">
      <dsp:nvSpPr>
        <dsp:cNvPr id="0" name=""/>
        <dsp:cNvSpPr/>
      </dsp:nvSpPr>
      <dsp:spPr>
        <a:xfrm>
          <a:off x="8772009" y="1839535"/>
          <a:ext cx="1568105" cy="233414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94" tIns="165100" rIns="123694" bIns="16510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Consider the audience (Important)</a:t>
          </a:r>
        </a:p>
      </dsp:txBody>
      <dsp:txXfrm>
        <a:off x="8772009" y="2153156"/>
        <a:ext cx="1568105" cy="2020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00FB8-FF9E-4F6A-B041-6D2E41212785}">
      <dsp:nvSpPr>
        <dsp:cNvPr id="0" name=""/>
        <dsp:cNvSpPr/>
      </dsp:nvSpPr>
      <dsp:spPr>
        <a:xfrm>
          <a:off x="0" y="44370"/>
          <a:ext cx="6798539" cy="6587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1. Line plot</a:t>
          </a:r>
        </a:p>
      </dsp:txBody>
      <dsp:txXfrm>
        <a:off x="32159" y="76529"/>
        <a:ext cx="6734221" cy="594465"/>
      </dsp:txXfrm>
    </dsp:sp>
    <dsp:sp modelId="{2CC4CB87-3518-479A-9F6A-0A183744A917}">
      <dsp:nvSpPr>
        <dsp:cNvPr id="0" name=""/>
        <dsp:cNvSpPr/>
      </dsp:nvSpPr>
      <dsp:spPr>
        <a:xfrm>
          <a:off x="0" y="783793"/>
          <a:ext cx="6798539" cy="658783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2. Bar plot</a:t>
          </a:r>
        </a:p>
      </dsp:txBody>
      <dsp:txXfrm>
        <a:off x="32159" y="815952"/>
        <a:ext cx="6734221" cy="594465"/>
      </dsp:txXfrm>
    </dsp:sp>
    <dsp:sp modelId="{DFA238C3-3235-4AA8-A917-BD1CF53CE950}">
      <dsp:nvSpPr>
        <dsp:cNvPr id="0" name=""/>
        <dsp:cNvSpPr/>
      </dsp:nvSpPr>
      <dsp:spPr>
        <a:xfrm>
          <a:off x="0" y="1523216"/>
          <a:ext cx="6798539" cy="658783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3. Scatter plot</a:t>
          </a:r>
        </a:p>
      </dsp:txBody>
      <dsp:txXfrm>
        <a:off x="32159" y="1555375"/>
        <a:ext cx="6734221" cy="594465"/>
      </dsp:txXfrm>
    </dsp:sp>
    <dsp:sp modelId="{3449F972-6A42-4305-97DF-785310A7B42E}">
      <dsp:nvSpPr>
        <dsp:cNvPr id="0" name=""/>
        <dsp:cNvSpPr/>
      </dsp:nvSpPr>
      <dsp:spPr>
        <a:xfrm>
          <a:off x="0" y="2262640"/>
          <a:ext cx="6798539" cy="658783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4. Box plot</a:t>
          </a:r>
        </a:p>
      </dsp:txBody>
      <dsp:txXfrm>
        <a:off x="32159" y="2294799"/>
        <a:ext cx="6734221" cy="594465"/>
      </dsp:txXfrm>
    </dsp:sp>
    <dsp:sp modelId="{C0BA47CF-7E8B-4BD9-A573-C34A8B277E87}">
      <dsp:nvSpPr>
        <dsp:cNvPr id="0" name=""/>
        <dsp:cNvSpPr/>
      </dsp:nvSpPr>
      <dsp:spPr>
        <a:xfrm>
          <a:off x="0" y="3002063"/>
          <a:ext cx="6798539" cy="65878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5. Histogram</a:t>
          </a:r>
        </a:p>
      </dsp:txBody>
      <dsp:txXfrm>
        <a:off x="32159" y="3034222"/>
        <a:ext cx="6734221" cy="5944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38C0ED-29D4-4EEC-8A3C-F7EBCE09A43E}">
      <dsp:nvSpPr>
        <dsp:cNvPr id="0" name=""/>
        <dsp:cNvSpPr/>
      </dsp:nvSpPr>
      <dsp:spPr>
        <a:xfrm>
          <a:off x="973190" y="616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FD897-3FA8-4255-9729-D7E02F53E242}">
      <dsp:nvSpPr>
        <dsp:cNvPr id="0" name=""/>
        <dsp:cNvSpPr/>
      </dsp:nvSpPr>
      <dsp:spPr>
        <a:xfrm>
          <a:off x="1242597" y="886150"/>
          <a:ext cx="725326" cy="725326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50D7D-4D33-4635-90E1-C71B1DBFF313}">
      <dsp:nvSpPr>
        <dsp:cNvPr id="0" name=""/>
        <dsp:cNvSpPr/>
      </dsp:nvSpPr>
      <dsp:spPr>
        <a:xfrm>
          <a:off x="569079" y="2274633"/>
          <a:ext cx="2072362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b="1" kern="1200"/>
            <a:t>Display trends over time.</a:t>
          </a:r>
        </a:p>
      </dsp:txBody>
      <dsp:txXfrm>
        <a:off x="569079" y="2274633"/>
        <a:ext cx="2072362" cy="1057500"/>
      </dsp:txXfrm>
    </dsp:sp>
    <dsp:sp modelId="{7E71537C-A950-4810-94A5-10442ECEAB97}">
      <dsp:nvSpPr>
        <dsp:cNvPr id="0" name=""/>
        <dsp:cNvSpPr/>
      </dsp:nvSpPr>
      <dsp:spPr>
        <a:xfrm>
          <a:off x="3408216" y="616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F05B3-E5E8-42C3-BCA7-AD5A6A35973D}">
      <dsp:nvSpPr>
        <dsp:cNvPr id="0" name=""/>
        <dsp:cNvSpPr/>
      </dsp:nvSpPr>
      <dsp:spPr>
        <a:xfrm>
          <a:off x="3677623" y="886150"/>
          <a:ext cx="725326" cy="72532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60FE8-C8D4-4D12-90A1-FE0E4B670098}">
      <dsp:nvSpPr>
        <dsp:cNvPr id="0" name=""/>
        <dsp:cNvSpPr/>
      </dsp:nvSpPr>
      <dsp:spPr>
        <a:xfrm>
          <a:off x="3004105" y="2274633"/>
          <a:ext cx="2072362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b="1" kern="1200"/>
            <a:t>Compare datasets with a continuous independent variable.</a:t>
          </a:r>
        </a:p>
      </dsp:txBody>
      <dsp:txXfrm>
        <a:off x="3004105" y="2274633"/>
        <a:ext cx="2072362" cy="1057500"/>
      </dsp:txXfrm>
    </dsp:sp>
    <dsp:sp modelId="{C72A9935-694C-4A85-BD44-EF11D2AFFF40}">
      <dsp:nvSpPr>
        <dsp:cNvPr id="0" name=""/>
        <dsp:cNvSpPr/>
      </dsp:nvSpPr>
      <dsp:spPr>
        <a:xfrm>
          <a:off x="5843242" y="616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83942-381F-407C-A362-D1EFF914C4CC}">
      <dsp:nvSpPr>
        <dsp:cNvPr id="0" name=""/>
        <dsp:cNvSpPr/>
      </dsp:nvSpPr>
      <dsp:spPr>
        <a:xfrm>
          <a:off x="6112649" y="886150"/>
          <a:ext cx="725326" cy="725326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4040B-1E07-4ED1-A295-74C5936C9239}">
      <dsp:nvSpPr>
        <dsp:cNvPr id="0" name=""/>
        <dsp:cNvSpPr/>
      </dsp:nvSpPr>
      <dsp:spPr>
        <a:xfrm>
          <a:off x="5439131" y="2274633"/>
          <a:ext cx="2072362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b="1" kern="1200"/>
            <a:t>Illustrate cause-and-effect relationships.</a:t>
          </a:r>
        </a:p>
      </dsp:txBody>
      <dsp:txXfrm>
        <a:off x="5439131" y="2274633"/>
        <a:ext cx="2072362" cy="1057500"/>
      </dsp:txXfrm>
    </dsp:sp>
    <dsp:sp modelId="{C6696190-5DAC-4196-B348-73C9D5EA59B2}">
      <dsp:nvSpPr>
        <dsp:cNvPr id="0" name=""/>
        <dsp:cNvSpPr/>
      </dsp:nvSpPr>
      <dsp:spPr>
        <a:xfrm>
          <a:off x="8278268" y="616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E334C-A248-48E1-A355-FF6829E5342B}">
      <dsp:nvSpPr>
        <dsp:cNvPr id="0" name=""/>
        <dsp:cNvSpPr/>
      </dsp:nvSpPr>
      <dsp:spPr>
        <a:xfrm>
          <a:off x="8547675" y="886150"/>
          <a:ext cx="725326" cy="725326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E800E-4A27-44CD-8C82-28B3EEF2F494}">
      <dsp:nvSpPr>
        <dsp:cNvPr id="0" name=""/>
        <dsp:cNvSpPr/>
      </dsp:nvSpPr>
      <dsp:spPr>
        <a:xfrm>
          <a:off x="7874157" y="2274633"/>
          <a:ext cx="2072362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b="1" kern="1200"/>
            <a:t>Visualize continuous data.</a:t>
          </a:r>
        </a:p>
      </dsp:txBody>
      <dsp:txXfrm>
        <a:off x="7874157" y="2274633"/>
        <a:ext cx="2072362" cy="1057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9FD2B-3C37-4606-A19E-EF7822E4911E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77B94-CF4F-463A-B519-FC81EFF4F784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16F4-3375-4A27-B056-2FE9ECB8F810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Examine the relationship between two continuous variables.</a:t>
          </a:r>
        </a:p>
      </dsp:txBody>
      <dsp:txXfrm>
        <a:off x="1357965" y="2319"/>
        <a:ext cx="4887299" cy="1175727"/>
      </dsp:txXfrm>
    </dsp:sp>
    <dsp:sp modelId="{6D9D8CBA-C758-4DD7-9DF2-015C8BE816D8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367A1-DAAB-458D-8D0D-390F38EDA0FB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55523-7912-4E8F-9FC7-148D350D949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Investigate patterns or trends in data.</a:t>
          </a:r>
        </a:p>
      </dsp:txBody>
      <dsp:txXfrm>
        <a:off x="1357965" y="1471979"/>
        <a:ext cx="4887299" cy="1175727"/>
      </dsp:txXfrm>
    </dsp:sp>
    <dsp:sp modelId="{14AAD237-7080-4F53-B34D-E3BC20D148ED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ED049-6947-4554-B5F2-E97C21DA4831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B3158-2FD0-4AD0-B231-5A096C4F9625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Detect outliers or unusual observations.</a:t>
          </a:r>
        </a:p>
      </dsp:txBody>
      <dsp:txXfrm>
        <a:off x="1357965" y="2941639"/>
        <a:ext cx="4887299" cy="1175727"/>
      </dsp:txXfrm>
    </dsp:sp>
    <dsp:sp modelId="{8CCA28C4-2007-4FAF-B51D-B4F3F8768005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1E3BF-2718-477E-99C3-67964BC41640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954CE-FB78-48C8-8E86-93CBBA24F215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Identify clusters or groups in the data.</a:t>
          </a:r>
        </a:p>
      </dsp:txBody>
      <dsp:txXfrm>
        <a:off x="1357965" y="4411299"/>
        <a:ext cx="4887299" cy="11757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F08C1-F0E0-455D-A584-82BF2F5E3EDC}">
      <dsp:nvSpPr>
        <dsp:cNvPr id="0" name=""/>
        <dsp:cNvSpPr/>
      </dsp:nvSpPr>
      <dsp:spPr>
        <a:xfrm>
          <a:off x="1333366" y="1704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Compare the distribution of a continuous variable across different categories or groups.</a:t>
          </a:r>
        </a:p>
      </dsp:txBody>
      <dsp:txXfrm>
        <a:off x="1333366" y="1704"/>
        <a:ext cx="5333466" cy="1746958"/>
      </dsp:txXfrm>
    </dsp:sp>
    <dsp:sp modelId="{21FC0779-CB26-4880-BA28-B6167F95B2EC}">
      <dsp:nvSpPr>
        <dsp:cNvPr id="0" name=""/>
        <dsp:cNvSpPr/>
      </dsp:nvSpPr>
      <dsp:spPr>
        <a:xfrm>
          <a:off x="0" y="1704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Compare</a:t>
          </a:r>
        </a:p>
      </dsp:txBody>
      <dsp:txXfrm>
        <a:off x="0" y="1704"/>
        <a:ext cx="1333366" cy="1746958"/>
      </dsp:txXfrm>
    </dsp:sp>
    <dsp:sp modelId="{02CA7607-D44B-43E5-AB93-535831CFCD12}">
      <dsp:nvSpPr>
        <dsp:cNvPr id="0" name=""/>
        <dsp:cNvSpPr/>
      </dsp:nvSpPr>
      <dsp:spPr>
        <a:xfrm>
          <a:off x="1333366" y="1853480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Examine spread of a dataset, visualizing quartiles.</a:t>
          </a:r>
        </a:p>
      </dsp:txBody>
      <dsp:txXfrm>
        <a:off x="1333366" y="1853480"/>
        <a:ext cx="5333466" cy="1746958"/>
      </dsp:txXfrm>
    </dsp:sp>
    <dsp:sp modelId="{0598D4CE-E4C0-4F27-AD54-06E43809B6DC}">
      <dsp:nvSpPr>
        <dsp:cNvPr id="0" name=""/>
        <dsp:cNvSpPr/>
      </dsp:nvSpPr>
      <dsp:spPr>
        <a:xfrm>
          <a:off x="0" y="1853480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Examine</a:t>
          </a:r>
        </a:p>
      </dsp:txBody>
      <dsp:txXfrm>
        <a:off x="0" y="1853480"/>
        <a:ext cx="1333366" cy="1746958"/>
      </dsp:txXfrm>
    </dsp:sp>
    <dsp:sp modelId="{1AD9ABB1-CFC7-424F-8E6E-D942C55B6E28}">
      <dsp:nvSpPr>
        <dsp:cNvPr id="0" name=""/>
        <dsp:cNvSpPr/>
      </dsp:nvSpPr>
      <dsp:spPr>
        <a:xfrm>
          <a:off x="1333366" y="3705256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Box plot gives valuable information about the outliers, such as their appearance and their extend. Ignoring outliers sometimes leads to misinterpretation.</a:t>
          </a:r>
        </a:p>
      </dsp:txBody>
      <dsp:txXfrm>
        <a:off x="1333366" y="3705256"/>
        <a:ext cx="5333466" cy="1746958"/>
      </dsp:txXfrm>
    </dsp:sp>
    <dsp:sp modelId="{B6E608BC-7494-4791-B24C-3A37122D6A20}">
      <dsp:nvSpPr>
        <dsp:cNvPr id="0" name=""/>
        <dsp:cNvSpPr/>
      </dsp:nvSpPr>
      <dsp:spPr>
        <a:xfrm>
          <a:off x="0" y="3705256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Box</a:t>
          </a:r>
        </a:p>
      </dsp:txBody>
      <dsp:txXfrm>
        <a:off x="0" y="3705256"/>
        <a:ext cx="1333366" cy="1746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 xmlns="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749EF-74D5-464D-8951-25334B1F4C9F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E5738-D34B-4E99-BD95-CB20CD4DB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5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28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Stock exchange, Temperature change</a:t>
            </a:r>
          </a:p>
          <a:p>
            <a:pPr marL="228600" indent="-228600">
              <a:buAutoNum type="arabicPeriod"/>
            </a:pPr>
            <a:r>
              <a:rPr lang="en-US"/>
              <a:t>Age and time </a:t>
            </a:r>
          </a:p>
          <a:p>
            <a:pPr marL="228600" indent="-228600">
              <a:buAutoNum type="arabicPeriod"/>
            </a:pPr>
            <a:r>
              <a:rPr lang="en-US"/>
              <a:t>Sales revenue changes based on marketing budget</a:t>
            </a:r>
          </a:p>
          <a:p>
            <a:pPr marL="228600" indent="-228600">
              <a:buAutoNum type="arabicPeriod"/>
            </a:pPr>
            <a:r>
              <a:rPr lang="en-US"/>
              <a:t>Height measurements over time</a:t>
            </a:r>
          </a:p>
          <a:p>
            <a:pPr marL="228600" indent="-228600">
              <a:buAutoNum type="arabicPeriod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8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Sales data by product.</a:t>
            </a:r>
          </a:p>
          <a:p>
            <a:pPr marL="228600" indent="-228600">
              <a:buAutoNum type="arabicPeriod"/>
            </a:pPr>
            <a:r>
              <a:rPr lang="en-US"/>
              <a:t>%age of sale of a book by ranking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92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Temperature and energy consumption.</a:t>
            </a:r>
          </a:p>
          <a:p>
            <a:pPr marL="228600" indent="-228600">
              <a:buAutoNum type="arabicPeriod"/>
            </a:pPr>
            <a:r>
              <a:rPr lang="en-US"/>
              <a:t>House prices and size.</a:t>
            </a:r>
          </a:p>
          <a:p>
            <a:pPr marL="228600" indent="-228600">
              <a:buAutoNum type="arabicPeriod"/>
            </a:pPr>
            <a:r>
              <a:rPr lang="en-US"/>
              <a:t>Ab normal stock prices.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8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Employee’s salary across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47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Too few – 5 bins</a:t>
            </a:r>
          </a:p>
          <a:p>
            <a:r>
              <a:rPr lang="en-US"/>
              <a:t>Optimal – 20 bins</a:t>
            </a:r>
          </a:p>
          <a:p>
            <a:r>
              <a:rPr lang="en-US"/>
              <a:t>Too many – 50 bins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E5738-D34B-4E99-BD95-CB20CD4DBA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7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59C8DB-8280-501B-41EC-CB950E764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D9895C-2B95-2462-C0C8-54A54169E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B7605F-8200-EF7C-8D57-C4EE701A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2CC29D-4ADB-5586-4C4B-E5AEB5F7D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1D6082E-7B8B-891F-3D47-D189507C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1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48BCE4-1C81-E174-C7FE-99B5B357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257CB8-B8D3-8864-00D9-EC80089F3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487F57-1681-F718-EDC9-A7D6919D6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FDBA22-A2F5-F333-6FD2-E77719A7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146373-6591-9FFF-F5C1-5E873C8F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F4AA50-8F1C-59A7-AADF-C0F71E12B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83B5B6-C24A-BC94-C1A7-8DE8C11B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0C02E5-1971-F919-6BCE-4DCC3116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3DEB0F-5042-CEBA-0563-333C8BBD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D0C7C0-B8D7-97CD-AA69-A5D6E564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934D3B-C3B2-C011-BD40-15394828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8238E9-0390-E84F-C49E-E56CFB1F9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2ED492A-BB15-EE4A-915F-9FF03D49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C9F15D-718C-7222-09A9-F00E0706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532ECD5-1535-9ED4-A739-786620E0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0BB0343-7867-A0BE-11F8-8A48ED65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0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2B5F6F-C608-CB46-7490-F55A6E00B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373454-6216-1286-2887-1BF2E496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BBCB039-039C-E679-18D0-FC404C6EE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72E07E1-8226-0EF5-D0FE-774CF288D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9B6C714-E298-07E2-96C8-B712E3342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BC351EA-7AFD-1DD5-01D5-F51EC262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61C2F4D-1E0B-CCEF-8CF7-BE8A7806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35DFA32-12CC-2CFF-A16E-D9F8EB47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7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AAAF4A-9FDD-AF2D-886F-3982B2A0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3A38B8B-D879-B3E5-8DB9-D83E2F93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E69580A-ECB0-B8F0-CC66-4B0C66AF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20B330A-A2E1-93DA-470A-A3FEB72D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7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7F4D8F9-BA4A-56D8-2B4A-65559910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53548FF-FFD4-E1C3-EA64-4937DB0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DD9BC4-D250-3CE7-5F36-C812BDE0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0BBC85-3499-D69C-D003-1D28D0E8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F573B5-E63F-6420-E38D-7A6B753AE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2E2DD9-6119-5A5F-7C6E-3F56BDCDB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2204F7D-3605-DE10-FE9F-FB6A1BCD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BD5DCDB-9395-300B-C454-96640614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E1B1A83-8812-4808-79D5-F680F923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6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77F2FD-124B-FE2D-5F22-C269110A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14EB06A-373E-0971-54EC-A93FB79D2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A900D89-3955-0384-8FF3-D342A930D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DD319F-48DF-F678-004C-B14A7470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713C754-E5A5-5A6B-33C5-5613BCDA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949B537-805D-F765-355F-1A9E44C3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3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4390BE-7CA1-6248-4B31-5F58EAFA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0660C1-D01F-29EB-D78E-AE6236CFF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8D4AA7-37F6-D637-5810-8D226276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613DAF-0014-CA0C-FE7A-14E759DD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ADD169-B628-C452-C544-33C21DB1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376A2C8-C8B3-B2BA-1555-DA58C0C98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09F38EB-82F8-E4F9-7BD5-7000850F5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A1C310-6273-31A5-AC8B-EC35B996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DA0D60-1415-7354-227A-34F882AE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502D83-5BD6-30D1-F8D0-6F6491A9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2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99FAC8A-4BBE-C982-734B-B4D9FB89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3A44F7-12A3-4B6F-428D-4D38ED152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4725F7-B91B-E063-E8B3-A08535008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E0B48-6EFA-4068-A47B-E657B5927F88}" type="datetimeFigureOut">
              <a:rPr lang="en-US" smtClean="0"/>
              <a:t>02-Jun-24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7D5686-7043-F9C9-F5DF-676AC9C8F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D18DEA-89EF-D25A-C4A0-2F140E24D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F9AD6-0409-44D0-9D8E-1DE42A25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1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rkhorseanalytics.com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9B7AD9F6-8CE7-4299-8FC6-328F4DCD3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E20471-2FA3-F236-A381-8B37D62E5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640080"/>
            <a:ext cx="6894576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9A2A419-C2CC-9254-0DA6-D12A851C9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4636008"/>
            <a:ext cx="6894576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30-4-2024</a:t>
            </a:r>
          </a:p>
        </p:txBody>
      </p:sp>
      <p:pic>
        <p:nvPicPr>
          <p:cNvPr id="5" name="Picture 4" descr="3D abstract blue and gold cube illustration">
            <a:extLst>
              <a:ext uri="{FF2B5EF4-FFF2-40B4-BE49-F238E27FC236}">
                <a16:creationId xmlns:a16="http://schemas.microsoft.com/office/drawing/2014/main" xmlns="" id="{57AD2CFB-33CB-EAAD-C70D-2D25F3D218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49" r="40719"/>
          <a:stretch/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82580482-BA80-420A-8A05-C58E97F26B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1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0BB76-5561-186C-48FA-DB1A596C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What is Data Visualization?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DAA390E-F57B-D854-795A-6E2E7A94D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23" r="26831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B100CF99-C541-1FEC-CD04-17E6F562A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892619"/>
              </p:ext>
            </p:extLst>
          </p:nvPr>
        </p:nvGraphicFramePr>
        <p:xfrm>
          <a:off x="4695248" y="2442487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360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4939BB-8763-B474-4A7E-B783A67E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Why build visuals?</a:t>
            </a:r>
          </a:p>
        </p:txBody>
      </p:sp>
      <p:pic>
        <p:nvPicPr>
          <p:cNvPr id="5" name="Picture 4" descr="Multi-coloured push pins connected by a black wire">
            <a:extLst>
              <a:ext uri="{FF2B5EF4-FFF2-40B4-BE49-F238E27FC236}">
                <a16:creationId xmlns:a16="http://schemas.microsoft.com/office/drawing/2014/main" xmlns="" id="{E33771EF-E2CE-E016-370B-0425FF1236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81" r="50673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4F050D-9CEF-0C3E-6699-4C9B5A64F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r>
              <a:rPr lang="en-US" sz="2400"/>
              <a:t>Easily understand data visually rather than raw data.</a:t>
            </a:r>
          </a:p>
          <a:p>
            <a:r>
              <a:rPr lang="en-US" sz="2400"/>
              <a:t>Highlights patterns, trends and relationships.</a:t>
            </a:r>
          </a:p>
          <a:p>
            <a:endParaRPr lang="en-US" sz="2400"/>
          </a:p>
          <a:p>
            <a:r>
              <a:rPr lang="en-US" sz="2400"/>
              <a:t>Also, communicates insights </a:t>
            </a:r>
            <a:r>
              <a:rPr lang="en-US" sz="2400">
                <a:sym typeface="Wingdings" panose="05000000000000000000" pitchFamily="2" charset="2"/>
              </a:rPr>
              <a:t> simplifies data for stakeholders.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95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E3683B-3ED3-8C29-3592-C5EFEB6D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231" y="640080"/>
            <a:ext cx="7039107" cy="1481328"/>
          </a:xfrm>
        </p:spPr>
        <p:txBody>
          <a:bodyPr anchor="b">
            <a:normAutofit fontScale="90000"/>
          </a:bodyPr>
          <a:lstStyle/>
          <a:p>
            <a:r>
              <a:rPr lang="en-US" sz="5000" dirty="0"/>
              <a:t>Data Visualization in Different Fields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xmlns="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49EABF-FB0E-0FD7-5373-BCBE9F91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400"/>
              <a:t>Business &amp; Finance</a:t>
            </a:r>
          </a:p>
          <a:p>
            <a:r>
              <a:rPr lang="en-US" sz="2400"/>
              <a:t>Health Care</a:t>
            </a:r>
          </a:p>
          <a:p>
            <a:r>
              <a:rPr lang="en-US" sz="2400"/>
              <a:t>Education</a:t>
            </a:r>
          </a:p>
          <a:p>
            <a:r>
              <a:rPr lang="en-US" sz="2400"/>
              <a:t>Government</a:t>
            </a:r>
          </a:p>
          <a:p>
            <a:r>
              <a:rPr lang="en-US" sz="2400"/>
              <a:t>Research &amp; Science</a:t>
            </a:r>
          </a:p>
          <a:p>
            <a:r>
              <a:rPr lang="en-US" sz="2400"/>
              <a:t>Entertainment</a:t>
            </a:r>
          </a:p>
          <a:p>
            <a:endParaRPr lang="en-US" sz="2400"/>
          </a:p>
          <a:p>
            <a:endParaRPr lang="en-US" sz="2400"/>
          </a:p>
        </p:txBody>
      </p:sp>
      <p:pic>
        <p:nvPicPr>
          <p:cNvPr id="7" name="Graphic 6" descr="Financial">
            <a:extLst>
              <a:ext uri="{FF2B5EF4-FFF2-40B4-BE49-F238E27FC236}">
                <a16:creationId xmlns:a16="http://schemas.microsoft.com/office/drawing/2014/main" xmlns="" id="{DA2B93FE-323D-9D39-3A77-751564CFB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7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AADB56C-BA56-4D1E-A42A-A07A474446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F71BA7-1F2C-3383-2D9D-06BA1EE3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934"/>
            <a:ext cx="10515600" cy="1341634"/>
          </a:xfrm>
        </p:spPr>
        <p:txBody>
          <a:bodyPr>
            <a:normAutofit/>
          </a:bodyPr>
          <a:lstStyle/>
          <a:p>
            <a:r>
              <a:rPr lang="en-US" sz="4000"/>
              <a:t>How to accurately represent Data?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94F9690-2CB7-506C-54A0-35DA8DBB0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1930"/>
              </p:ext>
            </p:extLst>
          </p:nvPr>
        </p:nvGraphicFramePr>
        <p:xfrm>
          <a:off x="831987" y="1355271"/>
          <a:ext cx="10515600" cy="5172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284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1A794B-54CC-5E90-8446-CA077034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Bad Example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Data Visualization</a:t>
            </a:r>
          </a:p>
        </p:txBody>
      </p:sp>
      <p:pic>
        <p:nvPicPr>
          <p:cNvPr id="5" name="Content Placeholder 4" descr="A graph of different colored columns&#10;&#10;Description automatically generated">
            <a:extLst>
              <a:ext uri="{FF2B5EF4-FFF2-40B4-BE49-F238E27FC236}">
                <a16:creationId xmlns:a16="http://schemas.microsoft.com/office/drawing/2014/main" xmlns="" id="{EC15F6E5-7E4D-E534-84EF-AE742DF09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668484" y="1088493"/>
            <a:ext cx="7030212" cy="485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1A794B-54CC-5E90-8446-CA077034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Good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Example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C15F6E5-7E4D-E534-84EF-AE742DF09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8484" y="1088493"/>
            <a:ext cx="7030212" cy="485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8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109290-47DF-047A-0242-BED54F1BA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Dark Horse Analytics</a:t>
            </a:r>
          </a:p>
        </p:txBody>
      </p:sp>
      <p:pic>
        <p:nvPicPr>
          <p:cNvPr id="5" name="Picture 4" descr="Black horse rearing in smoke">
            <a:extLst>
              <a:ext uri="{FF2B5EF4-FFF2-40B4-BE49-F238E27FC236}">
                <a16:creationId xmlns:a16="http://schemas.microsoft.com/office/drawing/2014/main" xmlns="" id="{8012543A-BAD8-603C-69F3-21073236E9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68" r="36768" b="2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B114CC-4D1F-30BF-5A5A-E31E5F4D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r>
              <a:rPr lang="en-US" sz="2000" dirty="0"/>
              <a:t>Company created in 2008 helps in data visualization.</a:t>
            </a:r>
          </a:p>
          <a:p>
            <a:r>
              <a:rPr lang="en-US" sz="2000" dirty="0"/>
              <a:t>When creating a visual, always remember,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Less is more effective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Less is more attractive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Less is more impactful</a:t>
            </a:r>
          </a:p>
          <a:p>
            <a:pPr marL="971550" lvl="1" indent="-51435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Visit </a:t>
            </a:r>
            <a:r>
              <a:rPr lang="en-US" sz="2000" dirty="0">
                <a:hlinkClick r:id="rId3"/>
              </a:rPr>
              <a:t>https://www.darkhorseanalytics.com/</a:t>
            </a:r>
            <a:r>
              <a:rPr lang="en-US" sz="2000" dirty="0"/>
              <a:t> for data visualization projects.</a:t>
            </a:r>
          </a:p>
          <a:p>
            <a:pPr marL="971550" lvl="1" indent="-514350">
              <a:buFont typeface="+mj-lt"/>
              <a:buAutoNum type="arabicPeriod"/>
            </a:pPr>
            <a:endParaRPr lang="en-US" sz="2000" dirty="0"/>
          </a:p>
          <a:p>
            <a:pPr marL="971550" lvl="1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565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2F941C-591F-8ECE-5020-660B3953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Types of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0233FF5-7434-BB0E-A946-E04B713EF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69" r="4985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60C1E60E-E596-A4EA-3F15-D3F586EFB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23180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857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C0A7B4-32B8-5272-D66E-E61C51F1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5000"/>
              <a:t>Line Plot (Line Chart)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xmlns="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9D29CA-C64B-ADD5-98DB-8AE642096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400"/>
              <a:t>Displays data as a series of data points connected by straight lines.</a:t>
            </a:r>
          </a:p>
          <a:p>
            <a:endParaRPr lang="en-US" sz="2200"/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FA9D8A34-BC95-F097-2731-018853444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212567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573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5DB3719-6FDC-4E5D-891D-FF40B7300F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95E44-5105-8F09-332D-97ADD342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Use Case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xmlns="" id="{E0CBAC23-2E3F-4A90-BA59-F8299F6A54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0C83DB7-1C73-FCD6-F5D2-1B8F4EB70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87610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2959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00EB79-ED38-16B8-87CD-F3330E85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Bar Plot (Bar Chart)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826041-7574-2A34-2FD9-E19179701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Displays data using rectangular bars.</a:t>
            </a:r>
          </a:p>
          <a:p>
            <a:r>
              <a:rPr lang="en-US" sz="2200"/>
              <a:t>The height or length of the bars represents the magnitude of the data.</a:t>
            </a:r>
          </a:p>
          <a:p>
            <a:r>
              <a:rPr lang="en-US" sz="2200"/>
              <a:t>Displays bar either vertically or horizontally.</a:t>
            </a:r>
          </a:p>
          <a:p>
            <a:endParaRPr lang="en-US" sz="2200"/>
          </a:p>
        </p:txBody>
      </p:sp>
      <p:pic>
        <p:nvPicPr>
          <p:cNvPr id="5" name="Picture 4" descr="A bar graph with different colored rectangles">
            <a:extLst>
              <a:ext uri="{FF2B5EF4-FFF2-40B4-BE49-F238E27FC236}">
                <a16:creationId xmlns:a16="http://schemas.microsoft.com/office/drawing/2014/main" xmlns="" id="{21529B09-28D7-42FA-26A7-FE469EC42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437129"/>
            <a:ext cx="4014216" cy="2941926"/>
          </a:xfrm>
          <a:prstGeom prst="rect">
            <a:avLst/>
          </a:prstGeom>
        </p:spPr>
      </p:pic>
      <p:pic>
        <p:nvPicPr>
          <p:cNvPr id="7" name="Picture 6" descr="A bar graph with different colored rectangles">
            <a:extLst>
              <a:ext uri="{FF2B5EF4-FFF2-40B4-BE49-F238E27FC236}">
                <a16:creationId xmlns:a16="http://schemas.microsoft.com/office/drawing/2014/main" xmlns="" id="{B9703BE8-3A24-CB45-4CEF-411929274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599" y="3721019"/>
            <a:ext cx="4055457" cy="294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6B6D06-1210-F4CA-5914-D476EE4D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13" y="-59423"/>
            <a:ext cx="10515600" cy="1325563"/>
          </a:xfrm>
        </p:spPr>
        <p:txBody>
          <a:bodyPr/>
          <a:lstStyle/>
          <a:p>
            <a:r>
              <a:rPr lang="en-US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15C2BE-F165-735F-E80C-D60C5F87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2" y="1058183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Compare different categories or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Visualize data that you can easily rank or ordered.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              </a:t>
            </a:r>
            <a:r>
              <a:rPr lang="en-US" u="sng">
                <a:solidFill>
                  <a:srgbClr val="FF0000"/>
                </a:solidFill>
              </a:rPr>
              <a:t>Good Example</a:t>
            </a:r>
            <a:r>
              <a:rPr lang="en-US">
                <a:solidFill>
                  <a:srgbClr val="FF0000"/>
                </a:solidFill>
              </a:rPr>
              <a:t>	</a:t>
            </a:r>
            <a:r>
              <a:rPr lang="en-US"/>
              <a:t>			        </a:t>
            </a:r>
            <a:r>
              <a:rPr lang="en-US" u="sng">
                <a:solidFill>
                  <a:srgbClr val="FF0000"/>
                </a:solidFill>
              </a:rPr>
              <a:t>Bad Example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xmlns="" id="{4AEE8A3B-2542-1CAF-8C1B-6EDF2ED002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156656"/>
              </p:ext>
            </p:extLst>
          </p:nvPr>
        </p:nvGraphicFramePr>
        <p:xfrm>
          <a:off x="693058" y="2971800"/>
          <a:ext cx="4972956" cy="3770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xmlns="" id="{924A113A-CADD-6F30-6FD9-8D45B33759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4181600"/>
              </p:ext>
            </p:extLst>
          </p:nvPr>
        </p:nvGraphicFramePr>
        <p:xfrm>
          <a:off x="6525988" y="2971799"/>
          <a:ext cx="4972956" cy="3770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5646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298959-1F2A-9495-48A0-3A5E4EC0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5400"/>
              <a:t>Scatter Plot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xmlns="" id="{650D18FE-0824-4A46-B22C-A86B52E578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8F3447-03A6-F890-BF84-452A0AC7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lnSpcReduction="10000"/>
          </a:bodyPr>
          <a:lstStyle/>
          <a:p>
            <a:r>
              <a:rPr lang="en-US" sz="2400"/>
              <a:t>Uses coordinates to display values of two variables.</a:t>
            </a:r>
          </a:p>
          <a:p>
            <a:r>
              <a:rPr lang="en-US" sz="2400"/>
              <a:t>Value of one variable determines the position on the x-axis (horizontal) and the value of another variable determines the position on the y-axis (vertical).</a:t>
            </a:r>
          </a:p>
          <a:p>
            <a:endParaRPr lang="en-US" sz="2400"/>
          </a:p>
        </p:txBody>
      </p:sp>
      <p:pic>
        <p:nvPicPr>
          <p:cNvPr id="5" name="Picture 4" descr="A diagram of a sample scatter plot&#10;&#10;Description automatically generated">
            <a:extLst>
              <a:ext uri="{FF2B5EF4-FFF2-40B4-BE49-F238E27FC236}">
                <a16:creationId xmlns:a16="http://schemas.microsoft.com/office/drawing/2014/main" xmlns="" id="{36E3D62E-24D1-D1B9-AB48-C217B406F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11537"/>
            <a:ext cx="5458968" cy="383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6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659FDB4-FCBE-4A89-B46D-43D4FA544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CAD3DA-C263-80DA-8CD1-1A77CB61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Use Case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8F51B3F-8331-4E4A-AE96-D47B1006EE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78D9B98D-8EC7-3E03-60DE-A8EFC7C9B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0803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469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319227-2F2E-A317-8C5F-D35B9F8C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 (outliers)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20AD067-5352-C71F-4A16-530DFF12A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108663"/>
            <a:ext cx="10515600" cy="3785262"/>
          </a:xfrm>
        </p:spPr>
      </p:pic>
    </p:spTree>
    <p:extLst>
      <p:ext uri="{BB962C8B-B14F-4D97-AF65-F5344CB8AC3E}">
        <p14:creationId xmlns:p14="http://schemas.microsoft.com/office/powerpoint/2010/main" val="166177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EFC91-93F9-B28C-EEE6-C88ADE52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5000"/>
              <a:t>Box Plot (Whisker plot)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xmlns="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73EDC7-9CDC-E899-6285-369ABA41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92500"/>
          </a:bodyPr>
          <a:lstStyle/>
          <a:p>
            <a:r>
              <a:rPr lang="en-US" sz="2400"/>
              <a:t>Displays the distribution of a dataset along with key statistical measures.</a:t>
            </a:r>
          </a:p>
          <a:p>
            <a:r>
              <a:rPr lang="en-US" sz="2400"/>
              <a:t>Represents the interquartile range as a box, a median line, and whiskers indicating range.</a:t>
            </a:r>
          </a:p>
          <a:p>
            <a:r>
              <a:rPr lang="en-US" sz="2400"/>
              <a:t>Represents outliers as individual data points beyond whiskers</a:t>
            </a:r>
          </a:p>
        </p:txBody>
      </p:sp>
      <p:pic>
        <p:nvPicPr>
          <p:cNvPr id="5" name="Picture 4" descr="A diagram of a box plot">
            <a:extLst>
              <a:ext uri="{FF2B5EF4-FFF2-40B4-BE49-F238E27FC236}">
                <a16:creationId xmlns:a16="http://schemas.microsoft.com/office/drawing/2014/main" xmlns="" id="{0E5200EC-E3E0-3591-50EB-67552BA99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59304"/>
            <a:ext cx="5458968" cy="3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27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864FAB-B563-955B-61CF-E4B37349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Use Case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E12AB81-C1E7-BDFF-F649-157BB40D9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227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5075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1F635D-08EE-F654-40F5-106D5297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Histogram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xmlns="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34EEB2-EF68-F39F-7521-F4BFD261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400"/>
              <a:t>A graphical representation of dataset distribution.</a:t>
            </a:r>
          </a:p>
          <a:p>
            <a:r>
              <a:rPr lang="en-US" sz="2400"/>
              <a:t>Shows frequency within intervals.</a:t>
            </a:r>
          </a:p>
          <a:p>
            <a:r>
              <a:rPr lang="en-US" sz="2400"/>
              <a:t>Bars represents the data count in each interval.</a:t>
            </a:r>
          </a:p>
          <a:p>
            <a:r>
              <a:rPr lang="en-US" sz="2400"/>
              <a:t>Visually depict the shape of the data.</a:t>
            </a:r>
          </a:p>
          <a:p>
            <a:endParaRPr lang="en-US" sz="2400"/>
          </a:p>
          <a:p>
            <a:endParaRPr lang="en-US" sz="2400"/>
          </a:p>
        </p:txBody>
      </p:sp>
      <p:pic>
        <p:nvPicPr>
          <p:cNvPr id="5" name="Picture 4" descr="A graph of a number of blue bars">
            <a:extLst>
              <a:ext uri="{FF2B5EF4-FFF2-40B4-BE49-F238E27FC236}">
                <a16:creationId xmlns:a16="http://schemas.microsoft.com/office/drawing/2014/main" xmlns="" id="{C6BEB01B-A5F9-2DDC-A6A1-202CF217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30" y="1973145"/>
            <a:ext cx="6493598" cy="308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42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26A108-2739-4814-ABF9-50507861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Recap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xmlns="" id="{DD1B9A36-DF4E-DAA3-52DB-743195C46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96" r="20473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7C83E6-B38C-C38B-488F-7FF3611A4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/>
              <a:t>Various types of plots commonly used in data visualization.</a:t>
            </a:r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Line plots: Shows trends and changes over time.</a:t>
            </a:r>
          </a:p>
          <a:p>
            <a:r>
              <a:rPr lang="en-US" sz="2000"/>
              <a:t>Bar plots: Compares categories or groups.</a:t>
            </a:r>
          </a:p>
          <a:p>
            <a:r>
              <a:rPr lang="en-US" sz="2000"/>
              <a:t>Scatter plots: Examine relationships b/w variables.</a:t>
            </a:r>
          </a:p>
          <a:p>
            <a:r>
              <a:rPr lang="en-US" sz="2000"/>
              <a:t>Box plots: Displays distribution and identifies outliers.</a:t>
            </a:r>
          </a:p>
          <a:p>
            <a:r>
              <a:rPr lang="en-US" sz="2000"/>
              <a:t>Histograms: Illustrates data distribution within intervals.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92810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2D85CC-E531-8B42-00BF-B1A151DB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Visualization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75CE2C-8628-CD8C-909B-05B30CA0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Matplotlib</a:t>
            </a:r>
          </a:p>
          <a:p>
            <a:r>
              <a:rPr lang="en-US"/>
              <a:t>Pandas</a:t>
            </a:r>
          </a:p>
          <a:p>
            <a:r>
              <a:rPr lang="en-US"/>
              <a:t>Seaborn</a:t>
            </a:r>
          </a:p>
          <a:p>
            <a:r>
              <a:rPr lang="en-US"/>
              <a:t>Folium</a:t>
            </a:r>
          </a:p>
          <a:p>
            <a:r>
              <a:rPr lang="en-US" err="1"/>
              <a:t>Plotly</a:t>
            </a:r>
            <a:endParaRPr lang="en-US"/>
          </a:p>
          <a:p>
            <a:r>
              <a:rPr lang="en-US" err="1"/>
              <a:t>PyWaffle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FE1DE-C8C5-497D-B734-B4C5C10B662E}">
  <ds:schemaRefs>
    <ds:schemaRef ds:uri="9f5857bd-5164-4e37-a4d0-5fd8e2da11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195991-0997-4AAE-8CA0-E2A79D62C4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636</Words>
  <Application>Microsoft Office PowerPoint</Application>
  <PresentationFormat>Widescreen</PresentationFormat>
  <Paragraphs>133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Data Visualization</vt:lpstr>
      <vt:lpstr>What is Data Visualization?</vt:lpstr>
      <vt:lpstr>Why build visuals?</vt:lpstr>
      <vt:lpstr>Data Visualization in Different Fields</vt:lpstr>
      <vt:lpstr>How to accurately represent Data?</vt:lpstr>
      <vt:lpstr>Bad Example Data Visualization</vt:lpstr>
      <vt:lpstr>Good Example Data Visualization</vt:lpstr>
      <vt:lpstr>Dark Horse Analytics</vt:lpstr>
      <vt:lpstr>Types of plot</vt:lpstr>
      <vt:lpstr>Line Plot (Line Chart)</vt:lpstr>
      <vt:lpstr>Use Case</vt:lpstr>
      <vt:lpstr>Bar Plot (Bar Chart)</vt:lpstr>
      <vt:lpstr>Use Case</vt:lpstr>
      <vt:lpstr>Scatter Plot</vt:lpstr>
      <vt:lpstr>Use Case</vt:lpstr>
      <vt:lpstr>Scatter Plot (outliers)</vt:lpstr>
      <vt:lpstr>Box Plot (Whisker plot)</vt:lpstr>
      <vt:lpstr>Use Case</vt:lpstr>
      <vt:lpstr>Histogram</vt:lpstr>
      <vt:lpstr>Recap</vt:lpstr>
      <vt:lpstr>Data Visualization Libraries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Junaid Khan</dc:creator>
  <cp:lastModifiedBy>HP</cp:lastModifiedBy>
  <cp:revision>4</cp:revision>
  <dcterms:created xsi:type="dcterms:W3CDTF">2024-04-15T05:22:25Z</dcterms:created>
  <dcterms:modified xsi:type="dcterms:W3CDTF">2024-06-02T19:52:43Z</dcterms:modified>
</cp:coreProperties>
</file>