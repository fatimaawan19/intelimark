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1" r:id="rId8"/>
    <p:sldId id="262" r:id="rId9"/>
    <p:sldId id="260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724" autoAdjust="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8AE63-D9F4-40DE-A059-C52656B3BF31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99343-675B-4988-8876-4601E77B1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9343-675B-4988-8876-4601E77B15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0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A881F6-3FC6-2E6C-0E27-2E9F53CF0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D4F42AC-A5D1-311F-3D1E-B632DC1BE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3F232F-716C-09C8-5F6F-16ED18F1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224275-B227-CD9E-0391-369FDF2B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8ABB4A4-AFD4-EF49-4654-0CEDA4B7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5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A32D41-BDEE-B0A3-FC75-062A8734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7E8452-46B7-152B-B4E8-BAE5C2B6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16D7B7-2DB7-A747-770C-02CCC512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41DB9B-4086-CCD3-0BF2-C3DC6F67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291A1E-9E71-4402-66CD-A2CCF5D2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980109-EB0D-C7F2-B8BE-1A0F21BC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E30FA6-B4D6-00EC-CBBC-632E00BF9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32AC48-F7F0-BFDB-178A-49841DAA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7E05A4-FE9D-EC02-1806-096234B3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ED4D81-4329-1BF1-58EF-2FD721E8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0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C11A40-1932-2023-3301-F925D1D2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6D44E9-237F-2830-B840-A4614AFB2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E03E22E-023A-C0A9-A014-AB7F33878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3BD459C-05FB-65B1-323C-4D225E62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7363065-CB92-2C5C-28F3-F01E90D5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AD9E330-3172-6780-B273-CA3C4468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4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8E7FE-9839-84BA-2953-959FB73C8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F3D5196-CA4A-13F6-FBF1-742107F7D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D5868F1-7DC8-F1F4-8919-BA3287D6B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8FFD64A-3C91-2801-CF42-51EF503FC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45E0C6F-B406-782E-B8D3-AE6497E16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6901B0-2D65-F75F-CC72-112D6872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B77ADB8-BAEB-3242-A4EF-48725ACF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EF2ECA2-B789-7B4E-88AD-1306DFB6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5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E2CDF8-6661-476C-13F4-0E380316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4736BFB-13CD-08E7-4EB5-A92A484A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9593890-38E2-9CAB-F0E6-2789564C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0A687E0-1746-BFF8-553C-BAE9FD28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75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6D93324-8931-3E00-F8DF-8C11960E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B675C24-0D32-50DB-222B-A7DD08D9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54D100B-8CFB-DC22-3EEB-F0AF585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0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97540B-918E-BE16-27CC-5C8D65D2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A0ABA6-7C17-7FE0-06BD-4CBB41D52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2BD0FA-B873-328F-CD9F-22FB3EC56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734FB82-8FF3-C991-99AD-CA976C16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A3DE31D-4484-A537-AB99-A51BDB24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F79BAB6-0B6A-4B53-BAA8-6D6C319C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5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4B3C22-2271-286B-393B-C3EDD33C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F12F04C-EB19-7830-2005-1206DE295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05288C-D451-89E3-0776-6F051092F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1C1AAE-CA21-F1C2-32C0-C9B3965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F2D2EA1-FC4D-46DB-9497-AD711715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0BAA826-2751-1B5D-2319-7D1BA876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2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BB1125-5F6E-60A9-C878-A4CEF091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7B7F94-2DF7-A092-0D02-FCAB0DDD2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F8C139-8208-4C54-33BF-7C137FE1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F47036-5FDD-4127-128C-C0D39BCC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69AEF6-E4C4-C363-CB21-14F52F49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7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8B6A7C3-BB4C-E786-BFEF-4CEEB2283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1A95233-4C21-396A-8B4E-C5A0308B1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757032-8422-42B1-2097-1692A2E8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058072-A294-C151-F24D-79B6B7F0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3829A5-3DDD-FAE7-C350-53F64ABBD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2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4B95758-C338-D9FF-58B4-C1F94FC4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EDC520-A290-D5BA-5BCA-4CD5FE0A2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511B5B-E19B-9E1C-64B0-1F7A4BDB1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47E92-C883-4C1D-B2EB-A7840319CBF4}" type="datetimeFigureOut">
              <a:rPr lang="en-US" smtClean="0"/>
              <a:t>01-Jun-24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0F37C5-5C63-6EC0-6CAD-EDE5B5D9A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021125-30E3-656E-BAE0-D288D6A41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A8FE4-0356-4AF3-8BCD-24BA9034C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1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docs/reference/fram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33B0DC-FA19-F5F3-9F3B-3163F0987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0DCDB2-F7F5-26C3-ADA1-CE4371528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219150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301FA8-D990-7480-ADC0-473DF51B6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F29FA6-13F5-B37A-52FD-AA109803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wrangling is a set of processes used to convert raw data into more usable formats. Also known as Data munging.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Think of it as; </a:t>
            </a:r>
            <a:r>
              <a:rPr lang="en-US" dirty="0"/>
              <a:t>preparing ingredients before cooking a meal.</a:t>
            </a:r>
          </a:p>
        </p:txBody>
      </p:sp>
    </p:spTree>
    <p:extLst>
      <p:ext uri="{BB962C8B-B14F-4D97-AF65-F5344CB8AC3E}">
        <p14:creationId xmlns:p14="http://schemas.microsoft.com/office/powerpoint/2010/main" val="75492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9F4FF9-96DE-1C34-FD25-C7444917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7D385E-80B9-5EFB-DD9C-D51F53AD8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dataset combined into a single dataset</a:t>
            </a:r>
          </a:p>
          <a:p>
            <a:r>
              <a:rPr lang="en-US" dirty="0"/>
              <a:t>Detecting data gaps</a:t>
            </a:r>
          </a:p>
          <a:p>
            <a:r>
              <a:rPr lang="en-US" dirty="0"/>
              <a:t>Identifying extreme outliers</a:t>
            </a:r>
          </a:p>
        </p:txBody>
      </p:sp>
    </p:spTree>
    <p:extLst>
      <p:ext uri="{BB962C8B-B14F-4D97-AF65-F5344CB8AC3E}">
        <p14:creationId xmlns:p14="http://schemas.microsoft.com/office/powerpoint/2010/main" val="118593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1EFD0D-29EF-687A-F3B2-3A5E2D9F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62E695-4052-7344-E434-16EBD6EF9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Discovery/Explore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Structuring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Transformation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Enriching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Publishing</a:t>
            </a:r>
          </a:p>
        </p:txBody>
      </p:sp>
    </p:spTree>
    <p:extLst>
      <p:ext uri="{BB962C8B-B14F-4D97-AF65-F5344CB8AC3E}">
        <p14:creationId xmlns:p14="http://schemas.microsoft.com/office/powerpoint/2010/main" val="8457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475BE-9C9F-C046-87C6-9A309AE3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FB7275-3931-2BAE-7B63-2F2BC47A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two-dimensional, labeled data structure from the pandas library that is similar to a spreadsheet or a table in a relational database.</a:t>
            </a:r>
          </a:p>
          <a:p>
            <a:pPr algn="just"/>
            <a:r>
              <a:rPr lang="en-US" dirty="0"/>
              <a:t>It consists of rows and columns, where each column can be of a different data type </a:t>
            </a:r>
            <a:r>
              <a:rPr lang="en-US" dirty="0">
                <a:solidFill>
                  <a:srgbClr val="FF0000"/>
                </a:solidFill>
              </a:rPr>
              <a:t>(e.g., integer, float, string) </a:t>
            </a:r>
            <a:r>
              <a:rPr lang="en-US" dirty="0"/>
              <a:t>and has a label.</a:t>
            </a:r>
          </a:p>
          <a:p>
            <a:pPr algn="just"/>
            <a:r>
              <a:rPr lang="en-US" dirty="0"/>
              <a:t>They allow you to perform various operations such as </a:t>
            </a:r>
            <a:r>
              <a:rPr lang="en-US" u="sng" dirty="0"/>
              <a:t>selecting subsets of data, filtering, grouping, merging, and aggregating data easily.</a:t>
            </a:r>
          </a:p>
        </p:txBody>
      </p:sp>
    </p:spTree>
    <p:extLst>
      <p:ext uri="{BB962C8B-B14F-4D97-AF65-F5344CB8AC3E}">
        <p14:creationId xmlns:p14="http://schemas.microsoft.com/office/powerpoint/2010/main" val="158090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178C12-4E54-7D45-CEAA-4A5B0BCF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DataFrame</a:t>
            </a:r>
            <a:r>
              <a:rPr lang="en-US" dirty="0"/>
              <a:t> (Sample 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0CE35A-38D7-1001-FE4A-2830D3C7D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>
                <a:solidFill>
                  <a:srgbClr val="FF0000"/>
                </a:solidFill>
              </a:rPr>
              <a:t>pandas</a:t>
            </a:r>
            <a:r>
              <a:rPr lang="en-US" dirty="0"/>
              <a:t> as </a:t>
            </a:r>
            <a:r>
              <a:rPr lang="en-US" dirty="0">
                <a:solidFill>
                  <a:srgbClr val="FF0000"/>
                </a:solidFill>
              </a:rPr>
              <a:t>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a </a:t>
            </a:r>
            <a:r>
              <a:rPr lang="en-US" dirty="0" err="1"/>
              <a:t>DataFrame</a:t>
            </a:r>
            <a:r>
              <a:rPr lang="en-US" dirty="0"/>
              <a:t> from a dictionary</a:t>
            </a:r>
          </a:p>
          <a:p>
            <a:pPr marL="0" indent="0">
              <a:buNone/>
            </a:pPr>
            <a:r>
              <a:rPr lang="en-US" dirty="0"/>
              <a:t>data =       {	</a:t>
            </a:r>
            <a:r>
              <a:rPr lang="en-US" dirty="0">
                <a:solidFill>
                  <a:srgbClr val="FF0000"/>
                </a:solidFill>
              </a:rPr>
              <a:t>'Name' </a:t>
            </a:r>
            <a:r>
              <a:rPr lang="en-US" dirty="0"/>
              <a:t>:  ['Alice', 'Bob', 'Charlie', 'David'],</a:t>
            </a:r>
          </a:p>
          <a:p>
            <a:pPr marL="0" indent="0">
              <a:buNone/>
            </a:pPr>
            <a:r>
              <a:rPr lang="en-US" dirty="0"/>
              <a:t>        		</a:t>
            </a:r>
            <a:r>
              <a:rPr lang="en-US" dirty="0">
                <a:solidFill>
                  <a:srgbClr val="FF0000"/>
                </a:solidFill>
              </a:rPr>
              <a:t>'Age' </a:t>
            </a:r>
            <a:r>
              <a:rPr lang="en-US" dirty="0"/>
              <a:t>:  [25, 30, 35, 40],</a:t>
            </a:r>
          </a:p>
          <a:p>
            <a:pPr marL="0" indent="0">
              <a:buNone/>
            </a:pPr>
            <a:r>
              <a:rPr lang="en-US" dirty="0"/>
              <a:t>        		</a:t>
            </a:r>
            <a:r>
              <a:rPr lang="en-US" dirty="0">
                <a:solidFill>
                  <a:srgbClr val="FF0000"/>
                </a:solidFill>
              </a:rPr>
              <a:t>'City' </a:t>
            </a:r>
            <a:r>
              <a:rPr lang="en-US" dirty="0"/>
              <a:t>:  ['New York', 'Los Angeles', 'Chicago', 'Houston’]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375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FDB793-1CC5-B064-0AE7-278ECDB8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Essentials Functions for Data Wrangling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3A73B8-0AED-A9FE-0775-83D24C09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drop() </a:t>
            </a:r>
            <a:r>
              <a:rPr lang="en-US" dirty="0">
                <a:sym typeface="Wingdings" panose="05000000000000000000" pitchFamily="2" charset="2"/>
              </a:rPr>
              <a:t> removes a column or row from the dataset.</a:t>
            </a:r>
          </a:p>
          <a:p>
            <a:r>
              <a:rPr lang="en-US" dirty="0" err="1">
                <a:sym typeface="Wingdings" panose="05000000000000000000" pitchFamily="2" charset="2"/>
              </a:rPr>
              <a:t>dropna</a:t>
            </a:r>
            <a:r>
              <a:rPr lang="en-US" dirty="0">
                <a:sym typeface="Wingdings" panose="05000000000000000000" pitchFamily="2" charset="2"/>
              </a:rPr>
              <a:t>()  removes any row with missing values.</a:t>
            </a:r>
          </a:p>
          <a:p>
            <a:r>
              <a:rPr lang="en-US" dirty="0" err="1">
                <a:sym typeface="Wingdings" panose="05000000000000000000" pitchFamily="2" charset="2"/>
              </a:rPr>
              <a:t>fillna</a:t>
            </a:r>
            <a:r>
              <a:rPr lang="en-US" dirty="0">
                <a:sym typeface="Wingdings" panose="05000000000000000000" pitchFamily="2" charset="2"/>
              </a:rPr>
              <a:t>()  fills missing values with a specified value.</a:t>
            </a:r>
          </a:p>
          <a:p>
            <a:r>
              <a:rPr lang="en-US" dirty="0" err="1">
                <a:sym typeface="Wingdings" panose="05000000000000000000" pitchFamily="2" charset="2"/>
              </a:rPr>
              <a:t>drop_duplicates</a:t>
            </a:r>
            <a:r>
              <a:rPr lang="en-US" dirty="0">
                <a:sym typeface="Wingdings" panose="05000000000000000000" pitchFamily="2" charset="2"/>
              </a:rPr>
              <a:t>()  removes duplicate rows from the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replace()  replaces specific values with another value.</a:t>
            </a:r>
          </a:p>
          <a:p>
            <a:r>
              <a:rPr lang="en-US" dirty="0">
                <a:sym typeface="Wingdings" panose="05000000000000000000" pitchFamily="2" charset="2"/>
              </a:rPr>
              <a:t>rename()  renames columns or rows in a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groupby</a:t>
            </a:r>
            <a:r>
              <a:rPr lang="en-US" dirty="0">
                <a:sym typeface="Wingdings" panose="05000000000000000000" pitchFamily="2" charset="2"/>
              </a:rPr>
              <a:t>()  groups data based on a specified column and applies a function to each group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7426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050B97-E8B9-0FBC-5E59-8909F053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Essentials Functions for Data Wrangling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98ABB3-ADAB-AFBF-D42A-676A6556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pivot_table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creates a pivot table from a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merge()  merges two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 based on a common column.</a:t>
            </a:r>
          </a:p>
          <a:p>
            <a:r>
              <a:rPr lang="en-US" dirty="0">
                <a:sym typeface="Wingdings" panose="05000000000000000000" pitchFamily="2" charset="2"/>
              </a:rPr>
              <a:t>where()  use conditional logic to assign value.</a:t>
            </a:r>
          </a:p>
          <a:p>
            <a:r>
              <a:rPr lang="en-US" dirty="0">
                <a:sym typeface="Wingdings" panose="05000000000000000000" pitchFamily="2" charset="2"/>
              </a:rPr>
              <a:t>transform()  applies a function to each group in the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74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F3AE69-6EFB-D2F7-F582-8186ABF2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D6548B-CDCE-72E4-A060-21CDC1F1B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Apply a function from each category to a </a:t>
            </a:r>
            <a:r>
              <a:rPr lang="en-US" dirty="0" err="1"/>
              <a:t>DataFrame</a:t>
            </a:r>
            <a:r>
              <a:rPr lang="en-US" dirty="0"/>
              <a:t> from the following list.</a:t>
            </a: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https://pandas.pydata.org/docs/reference/frame.html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have already created a Notebook in the last lab, where you have worked with a Data frame. Create a block of </a:t>
            </a:r>
            <a:r>
              <a:rPr lang="en-US" b="1" dirty="0"/>
              <a:t>“Text”</a:t>
            </a:r>
            <a:r>
              <a:rPr lang="en-US" dirty="0"/>
              <a:t> by mentioning the function name, description and its usage. Create another block </a:t>
            </a:r>
            <a:r>
              <a:rPr lang="en-US" b="1" dirty="0"/>
              <a:t>“Code”</a:t>
            </a:r>
            <a:r>
              <a:rPr lang="en-US" dirty="0"/>
              <a:t> by writing the code inside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54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F426A7-9546-4D8F-B6C5-C5E9E0378B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6AE121-0E5D-44FB-9E71-F7A639F886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5857bd-5164-4e37-a4d0-5fd8e2da11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387</Words>
  <Application>Microsoft Office PowerPoint</Application>
  <PresentationFormat>Widescreen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DSF</vt:lpstr>
      <vt:lpstr>Data Wrangling</vt:lpstr>
      <vt:lpstr>Examples</vt:lpstr>
      <vt:lpstr>Steps in Data Wrangling</vt:lpstr>
      <vt:lpstr>What is a DataFrame</vt:lpstr>
      <vt:lpstr>Create a DataFrame (Sample Code)</vt:lpstr>
      <vt:lpstr>Essentials Functions for Data Wrangling (1)</vt:lpstr>
      <vt:lpstr>Essentials Functions for Data Wrangling (2)</vt:lpstr>
      <vt:lpstr>Assignment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DSF</dc:title>
  <dc:creator>Junaid Khan</dc:creator>
  <cp:lastModifiedBy>HP</cp:lastModifiedBy>
  <cp:revision>23</cp:revision>
  <dcterms:created xsi:type="dcterms:W3CDTF">2024-02-27T09:15:28Z</dcterms:created>
  <dcterms:modified xsi:type="dcterms:W3CDTF">2024-06-01T11:56:56Z</dcterms:modified>
</cp:coreProperties>
</file>