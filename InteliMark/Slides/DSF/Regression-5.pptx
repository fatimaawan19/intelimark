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8993-B9CD-FA35-C383-1DED0AA28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23195-F9C2-1E0F-146E-8C1D23160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415E-F71F-619F-E586-438C75D8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6844B-3E4F-E6DD-7BD5-DC9C264E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4D96F-0AA4-BC9A-D4C1-D9CC8073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6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5244-C2F1-C34C-BEBA-6E7664F0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3D92-3D4E-67FA-767D-1D012A66E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1FC69-D785-C3B3-2F14-CF668E63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25569-108B-10E7-6B62-5D197961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DDFE-187F-B071-3FC7-68BF1FD3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31ED-EE6F-E64A-180D-7C9E6F21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BE918-055F-700A-2101-EC1D81F97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BF3A-88DB-B19E-A298-B42A1A75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6CBD5-4E1C-BB46-4B2A-83F50D28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3F31-6D7A-8740-2058-ACEA76CF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1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E61E-103F-FA94-0CCF-AA7622A8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0A3D9-0CD4-BFE3-F5A2-AD4E9D7B1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F47CA-99DD-C265-4AE8-F51C8574C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57680-84CC-27C3-FD20-446B39A8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06E38-4B55-94B9-2C52-FC6DEC59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61BA6-FFEB-3DF2-395A-F55F62AD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B238-B54F-AE25-706B-CED633A4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BC05C-E60C-7EA9-F756-D20BA08CB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F4404-08D4-4C1B-7D49-90CF9B9A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748B0-BF9B-1F38-AB6F-2B0039A9B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4025A-8FE7-2B0F-3F2E-01C40E6B8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E1888-7969-88D8-ED29-420816D3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8CA8C-58FF-FF45-DDF6-F626F957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10013-8C71-B859-0467-09B7A09F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2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F444-56A6-BED6-E273-64B62704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F5CD8-C679-D0AC-8EED-988F085E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3B8D4-B72D-57C1-1289-F0D773BF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310CB-63B6-53ED-3FC0-F0A8468E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539EA-225B-C466-84FE-17D2E7FF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CF5DA-A84D-AFA9-CB14-6528E292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E8BFB-3886-D693-8C0F-2F70CC9E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5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6A39-EEBD-AC49-4E8A-0134A918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01C2-0B7B-48F0-2A65-044CE3ABE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60969-07F8-7524-B71E-75549EA77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B8B98-FE8A-663E-A0A6-81FD0D64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2001D-A400-B8D2-826B-23A48F14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1DFB5-CC74-E777-F97D-CEFC8242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8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8B5B-B3E8-D814-09F1-F7B79561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EDB25-2722-C14B-046D-7A16A372E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DE7BE-02E3-7012-3CD9-8B035DBE2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F53F2-BCFC-BF02-45C7-6D002687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C7ACE-1670-FAC3-30C3-6DF2B428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04729-3048-2AFD-6B26-B7251DC5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4BEF-616C-9B3B-862F-7E8F713C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AB78C-F0C5-F878-902C-690C775AD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7C426-CD68-D2BC-DEE9-3130E243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6E9E-DA37-3434-FD7D-D3074F79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5B789-D9E0-0920-63F7-5EAED5BB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88878-FB37-4E31-F6E3-0A7301835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A75CE-BCDF-0252-9224-06AB3C67B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8B6B6-8B64-12DC-371A-D3A57FA1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9ED1-2DCC-3820-4B24-ADE1FEA6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B72E9-AE77-E59B-2640-BE78AB0C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229EE-417D-8172-2696-3F2584F1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4041D-C0A6-CCCE-194F-E888D069C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2EDE-E6B4-F512-8931-21F219420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9C1B1-CF83-4010-B2F9-49CB092E8ECB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D271A-936A-14EA-17F8-651211E80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DB0F9-0503-DBEB-1241-B5A9DC668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D464F-E82F-43DA-8C1D-B32FDC7A0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5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A733-F1DE-F9B6-36CF-99F25DD66D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Regression-5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01CA6-E4CD-90F5-66A4-504F05254A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1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shot of a graph">
            <a:extLst>
              <a:ext uri="{FF2B5EF4-FFF2-40B4-BE49-F238E27FC236}">
                <a16:creationId xmlns:a16="http://schemas.microsoft.com/office/drawing/2014/main" id="{86F74ECC-CA21-7EDB-C50B-FAC739DCB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1" r="1" b="1"/>
          <a:stretch/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CB494-6E36-2B50-7908-E901E31A3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82" b="1"/>
          <a:stretch/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3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818B4-FCA9-11FD-C6B3-F577EBB25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73"/>
          <a:stretch/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2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5D03B8-D291-32D4-D501-BAA1A4CBD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526"/>
          <a:stretch/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7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8B23628-F2C7-0981-00FA-1B87926FE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10" b="1"/>
          <a:stretch/>
        </p:blipFill>
        <p:spPr>
          <a:xfrm>
            <a:off x="686895" y="308511"/>
            <a:ext cx="6047268" cy="31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1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B3E443-0B5B-4CAB-8A65-CAEB9CBBE6A1}"/>
</file>

<file path=customXml/itemProps2.xml><?xml version="1.0" encoding="utf-8"?>
<ds:datastoreItem xmlns:ds="http://schemas.openxmlformats.org/officeDocument/2006/customXml" ds:itemID="{CABA8E67-7561-435B-BE3C-5291C341E15C}"/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Regression-5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Regression-5</dc:title>
  <dc:creator>Junaid Khan</dc:creator>
  <cp:lastModifiedBy>Junaid Khan</cp:lastModifiedBy>
  <cp:revision>6</cp:revision>
  <dcterms:created xsi:type="dcterms:W3CDTF">2024-05-15T04:48:11Z</dcterms:created>
  <dcterms:modified xsi:type="dcterms:W3CDTF">2024-05-15T05:12:47Z</dcterms:modified>
</cp:coreProperties>
</file>