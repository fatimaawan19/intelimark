
<file path=[Content_Types].xml><?xml version="1.0" encoding="utf-8"?>
<Types xmlns="http://schemas.openxmlformats.org/package/2006/content-types">
  <Default Extension="tmp" ContentType="image/png"/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57" r:id="rId8"/>
    <p:sldId id="258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4BEB2-7282-48D4-8676-DE152854797A}" v="9" dt="2022-12-26T07:36:44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50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7EF4BEB2-7282-48D4-8676-DE152854797A}"/>
    <pc:docChg chg="undo custSel addSld delSld modSld">
      <pc:chgData name="Rizwan Rashid" userId="12b6bffb-8fd7-410a-bd1e-f473b901c3a4" providerId="ADAL" clId="{7EF4BEB2-7282-48D4-8676-DE152854797A}" dt="2022-12-27T04:20:56.880" v="956" actId="20577"/>
      <pc:docMkLst>
        <pc:docMk/>
      </pc:docMkLst>
      <pc:sldChg chg="modSp mod">
        <pc:chgData name="Rizwan Rashid" userId="12b6bffb-8fd7-410a-bd1e-f473b901c3a4" providerId="ADAL" clId="{7EF4BEB2-7282-48D4-8676-DE152854797A}" dt="2022-12-26T07:53:21.746" v="938" actId="1037"/>
        <pc:sldMkLst>
          <pc:docMk/>
          <pc:sldMk cId="2289775934" sldId="257"/>
        </pc:sldMkLst>
        <pc:spChg chg="mod">
          <ac:chgData name="Rizwan Rashid" userId="12b6bffb-8fd7-410a-bd1e-f473b901c3a4" providerId="ADAL" clId="{7EF4BEB2-7282-48D4-8676-DE152854797A}" dt="2022-12-26T07:53:21.746" v="938" actId="1037"/>
          <ac:spMkLst>
            <pc:docMk/>
            <pc:sldMk cId="2289775934" sldId="257"/>
            <ac:spMk id="3" creationId="{00000000-0000-0000-0000-000000000000}"/>
          </ac:spMkLst>
        </pc:spChg>
      </pc:sldChg>
      <pc:sldChg chg="modSp del mod">
        <pc:chgData name="Rizwan Rashid" userId="12b6bffb-8fd7-410a-bd1e-f473b901c3a4" providerId="ADAL" clId="{7EF4BEB2-7282-48D4-8676-DE152854797A}" dt="2022-12-26T07:56:18.776" v="939" actId="47"/>
        <pc:sldMkLst>
          <pc:docMk/>
          <pc:sldMk cId="179050569" sldId="259"/>
        </pc:sldMkLst>
        <pc:spChg chg="mod">
          <ac:chgData name="Rizwan Rashid" userId="12b6bffb-8fd7-410a-bd1e-f473b901c3a4" providerId="ADAL" clId="{7EF4BEB2-7282-48D4-8676-DE152854797A}" dt="2022-12-26T07:53:11.168" v="926" actId="27636"/>
          <ac:spMkLst>
            <pc:docMk/>
            <pc:sldMk cId="179050569" sldId="259"/>
            <ac:spMk id="3" creationId="{00000000-0000-0000-0000-000000000000}"/>
          </ac:spMkLst>
        </pc:spChg>
      </pc:sldChg>
      <pc:sldChg chg="modSp mod">
        <pc:chgData name="Rizwan Rashid" userId="12b6bffb-8fd7-410a-bd1e-f473b901c3a4" providerId="ADAL" clId="{7EF4BEB2-7282-48D4-8676-DE152854797A}" dt="2022-12-27T04:20:56.880" v="956" actId="20577"/>
        <pc:sldMkLst>
          <pc:docMk/>
          <pc:sldMk cId="3099150208" sldId="260"/>
        </pc:sldMkLst>
        <pc:spChg chg="mod">
          <ac:chgData name="Rizwan Rashid" userId="12b6bffb-8fd7-410a-bd1e-f473b901c3a4" providerId="ADAL" clId="{7EF4BEB2-7282-48D4-8676-DE152854797A}" dt="2022-12-27T04:20:56.880" v="956" actId="20577"/>
          <ac:spMkLst>
            <pc:docMk/>
            <pc:sldMk cId="3099150208" sldId="260"/>
            <ac:spMk id="3" creationId="{00000000-0000-0000-0000-000000000000}"/>
          </ac:spMkLst>
        </pc:spChg>
      </pc:sldChg>
      <pc:sldChg chg="modSp new mod">
        <pc:chgData name="Rizwan Rashid" userId="12b6bffb-8fd7-410a-bd1e-f473b901c3a4" providerId="ADAL" clId="{7EF4BEB2-7282-48D4-8676-DE152854797A}" dt="2022-12-26T06:47:05.437" v="17" actId="20577"/>
        <pc:sldMkLst>
          <pc:docMk/>
          <pc:sldMk cId="582154110" sldId="267"/>
        </pc:sldMkLst>
        <pc:spChg chg="mod">
          <ac:chgData name="Rizwan Rashid" userId="12b6bffb-8fd7-410a-bd1e-f473b901c3a4" providerId="ADAL" clId="{7EF4BEB2-7282-48D4-8676-DE152854797A}" dt="2022-12-26T06:45:12.397" v="12" actId="20577"/>
          <ac:spMkLst>
            <pc:docMk/>
            <pc:sldMk cId="582154110" sldId="267"/>
            <ac:spMk id="2" creationId="{907F101B-0F4A-67CF-B92E-15AC88315A3C}"/>
          </ac:spMkLst>
        </pc:spChg>
        <pc:spChg chg="mod">
          <ac:chgData name="Rizwan Rashid" userId="12b6bffb-8fd7-410a-bd1e-f473b901c3a4" providerId="ADAL" clId="{7EF4BEB2-7282-48D4-8676-DE152854797A}" dt="2022-12-26T06:47:05.437" v="17" actId="20577"/>
          <ac:spMkLst>
            <pc:docMk/>
            <pc:sldMk cId="582154110" sldId="267"/>
            <ac:spMk id="3" creationId="{A42BE1A0-F7E1-4B66-A6AB-F9B514797166}"/>
          </ac:spMkLst>
        </pc:spChg>
      </pc:sldChg>
      <pc:sldChg chg="modSp new mod">
        <pc:chgData name="Rizwan Rashid" userId="12b6bffb-8fd7-410a-bd1e-f473b901c3a4" providerId="ADAL" clId="{7EF4BEB2-7282-48D4-8676-DE152854797A}" dt="2022-12-26T06:50:14.285" v="139" actId="113"/>
        <pc:sldMkLst>
          <pc:docMk/>
          <pc:sldMk cId="3255009824" sldId="268"/>
        </pc:sldMkLst>
        <pc:spChg chg="mod">
          <ac:chgData name="Rizwan Rashid" userId="12b6bffb-8fd7-410a-bd1e-f473b901c3a4" providerId="ADAL" clId="{7EF4BEB2-7282-48D4-8676-DE152854797A}" dt="2022-12-26T06:47:30.347" v="30" actId="20577"/>
          <ac:spMkLst>
            <pc:docMk/>
            <pc:sldMk cId="3255009824" sldId="268"/>
            <ac:spMk id="2" creationId="{A690DAA9-C5DF-DE13-E28F-063439872447}"/>
          </ac:spMkLst>
        </pc:spChg>
        <pc:spChg chg="mod">
          <ac:chgData name="Rizwan Rashid" userId="12b6bffb-8fd7-410a-bd1e-f473b901c3a4" providerId="ADAL" clId="{7EF4BEB2-7282-48D4-8676-DE152854797A}" dt="2022-12-26T06:50:14.285" v="139" actId="113"/>
          <ac:spMkLst>
            <pc:docMk/>
            <pc:sldMk cId="3255009824" sldId="268"/>
            <ac:spMk id="3" creationId="{D173C928-B541-F7AA-35C0-D3B9B7DF44A1}"/>
          </ac:spMkLst>
        </pc:spChg>
      </pc:sldChg>
      <pc:sldChg chg="addSp delSp modSp new mod setBg setClrOvrMap">
        <pc:chgData name="Rizwan Rashid" userId="12b6bffb-8fd7-410a-bd1e-f473b901c3a4" providerId="ADAL" clId="{7EF4BEB2-7282-48D4-8676-DE152854797A}" dt="2022-12-26T07:24:03.486" v="407" actId="207"/>
        <pc:sldMkLst>
          <pc:docMk/>
          <pc:sldMk cId="3595206241" sldId="269"/>
        </pc:sldMkLst>
        <pc:spChg chg="mod">
          <ac:chgData name="Rizwan Rashid" userId="12b6bffb-8fd7-410a-bd1e-f473b901c3a4" providerId="ADAL" clId="{7EF4BEB2-7282-48D4-8676-DE152854797A}" dt="2022-12-26T07:21:33.075" v="362" actId="1076"/>
          <ac:spMkLst>
            <pc:docMk/>
            <pc:sldMk cId="3595206241" sldId="269"/>
            <ac:spMk id="2" creationId="{DAFAAE9A-5AE8-7EDA-F1BE-DD3055D9B716}"/>
          </ac:spMkLst>
        </pc:spChg>
        <pc:spChg chg="mod ord">
          <ac:chgData name="Rizwan Rashid" userId="12b6bffb-8fd7-410a-bd1e-f473b901c3a4" providerId="ADAL" clId="{7EF4BEB2-7282-48D4-8676-DE152854797A}" dt="2022-12-26T07:21:56.090" v="377" actId="14100"/>
          <ac:spMkLst>
            <pc:docMk/>
            <pc:sldMk cId="3595206241" sldId="269"/>
            <ac:spMk id="3" creationId="{D9ADE218-656A-53C9-6AE5-F88EF7C036BD}"/>
          </ac:spMkLst>
        </pc:spChg>
        <pc:spChg chg="add mod">
          <ac:chgData name="Rizwan Rashid" userId="12b6bffb-8fd7-410a-bd1e-f473b901c3a4" providerId="ADAL" clId="{7EF4BEB2-7282-48D4-8676-DE152854797A}" dt="2022-12-26T07:24:03.486" v="407" actId="207"/>
          <ac:spMkLst>
            <pc:docMk/>
            <pc:sldMk cId="3595206241" sldId="269"/>
            <ac:spMk id="7" creationId="{B3BF4EA2-DDD1-AEF7-F9F7-E00713137D3D}"/>
          </ac:spMkLst>
        </pc:spChg>
        <pc:spChg chg="add del">
          <ac:chgData name="Rizwan Rashid" userId="12b6bffb-8fd7-410a-bd1e-f473b901c3a4" providerId="ADAL" clId="{7EF4BEB2-7282-48D4-8676-DE152854797A}" dt="2022-12-26T07:20:55.212" v="347" actId="26606"/>
          <ac:spMkLst>
            <pc:docMk/>
            <pc:sldMk cId="3595206241" sldId="269"/>
            <ac:spMk id="3076" creationId="{81AEB8A9-B768-4E30-BA55-D919E6687343}"/>
          </ac:spMkLst>
        </pc:spChg>
        <pc:spChg chg="add del">
          <ac:chgData name="Rizwan Rashid" userId="12b6bffb-8fd7-410a-bd1e-f473b901c3a4" providerId="ADAL" clId="{7EF4BEB2-7282-48D4-8676-DE152854797A}" dt="2022-12-26T07:20:50.910" v="342" actId="26606"/>
          <ac:spMkLst>
            <pc:docMk/>
            <pc:sldMk cId="3595206241" sldId="269"/>
            <ac:spMk id="3078" creationId="{A3BAF07C-C39E-42EB-BB22-8D46691D9735}"/>
          </ac:spMkLst>
        </pc:spChg>
        <pc:spChg chg="add del">
          <ac:chgData name="Rizwan Rashid" userId="12b6bffb-8fd7-410a-bd1e-f473b901c3a4" providerId="ADAL" clId="{7EF4BEB2-7282-48D4-8676-DE152854797A}" dt="2022-12-26T07:19:28.914" v="310" actId="26606"/>
          <ac:spMkLst>
            <pc:docMk/>
            <pc:sldMk cId="3595206241" sldId="269"/>
            <ac:spMk id="3079" creationId="{81AEB8A9-B768-4E30-BA55-D919E6687343}"/>
          </ac:spMkLst>
        </pc:spChg>
        <pc:spChg chg="add del">
          <ac:chgData name="Rizwan Rashid" userId="12b6bffb-8fd7-410a-bd1e-f473b901c3a4" providerId="ADAL" clId="{7EF4BEB2-7282-48D4-8676-DE152854797A}" dt="2022-12-26T07:19:32.872" v="312" actId="26606"/>
          <ac:spMkLst>
            <pc:docMk/>
            <pc:sldMk cId="3595206241" sldId="269"/>
            <ac:spMk id="3081" creationId="{39C3C864-C625-4883-B868-9A4C470F4DD5}"/>
          </ac:spMkLst>
        </pc:spChg>
        <pc:spChg chg="add del">
          <ac:chgData name="Rizwan Rashid" userId="12b6bffb-8fd7-410a-bd1e-f473b901c3a4" providerId="ADAL" clId="{7EF4BEB2-7282-48D4-8676-DE152854797A}" dt="2022-12-26T07:19:32.872" v="312" actId="26606"/>
          <ac:spMkLst>
            <pc:docMk/>
            <pc:sldMk cId="3595206241" sldId="269"/>
            <ac:spMk id="3082" creationId="{8B3A2D1A-45FC-4F95-B150-1C13EF2F6D09}"/>
          </ac:spMkLst>
        </pc:spChg>
        <pc:spChg chg="add del">
          <ac:chgData name="Rizwan Rashid" userId="12b6bffb-8fd7-410a-bd1e-f473b901c3a4" providerId="ADAL" clId="{7EF4BEB2-7282-48D4-8676-DE152854797A}" dt="2022-12-26T07:19:34.562" v="314" actId="26606"/>
          <ac:spMkLst>
            <pc:docMk/>
            <pc:sldMk cId="3595206241" sldId="269"/>
            <ac:spMk id="3083" creationId="{2C1BBA94-3F40-40AA-8BB9-E69E25E537C1}"/>
          </ac:spMkLst>
        </pc:spChg>
        <pc:spChg chg="add del">
          <ac:chgData name="Rizwan Rashid" userId="12b6bffb-8fd7-410a-bd1e-f473b901c3a4" providerId="ADAL" clId="{7EF4BEB2-7282-48D4-8676-DE152854797A}" dt="2022-12-26T07:19:34.562" v="314" actId="26606"/>
          <ac:spMkLst>
            <pc:docMk/>
            <pc:sldMk cId="3595206241" sldId="269"/>
            <ac:spMk id="3084" creationId="{700E0F77-E936-4985-B7B1-B9823486AC33}"/>
          </ac:spMkLst>
        </pc:spChg>
        <pc:spChg chg="add del">
          <ac:chgData name="Rizwan Rashid" userId="12b6bffb-8fd7-410a-bd1e-f473b901c3a4" providerId="ADAL" clId="{7EF4BEB2-7282-48D4-8676-DE152854797A}" dt="2022-12-26T07:19:34.562" v="314" actId="26606"/>
          <ac:spMkLst>
            <pc:docMk/>
            <pc:sldMk cId="3595206241" sldId="269"/>
            <ac:spMk id="3085" creationId="{FE43805F-24A6-46A4-B19B-54F28347355C}"/>
          </ac:spMkLst>
        </pc:spChg>
        <pc:spChg chg="add del">
          <ac:chgData name="Rizwan Rashid" userId="12b6bffb-8fd7-410a-bd1e-f473b901c3a4" providerId="ADAL" clId="{7EF4BEB2-7282-48D4-8676-DE152854797A}" dt="2022-12-26T07:19:34.562" v="314" actId="26606"/>
          <ac:spMkLst>
            <pc:docMk/>
            <pc:sldMk cId="3595206241" sldId="269"/>
            <ac:spMk id="3086" creationId="{95C8260E-968F-44E8-A823-ABB431311926}"/>
          </ac:spMkLst>
        </pc:spChg>
        <pc:spChg chg="add del">
          <ac:chgData name="Rizwan Rashid" userId="12b6bffb-8fd7-410a-bd1e-f473b901c3a4" providerId="ADAL" clId="{7EF4BEB2-7282-48D4-8676-DE152854797A}" dt="2022-12-26T07:21:09.604" v="356" actId="26606"/>
          <ac:spMkLst>
            <pc:docMk/>
            <pc:sldMk cId="3595206241" sldId="269"/>
            <ac:spMk id="3087" creationId="{0570A85B-3810-4F95-97B0-CBF4CCDB381C}"/>
          </ac:spMkLst>
        </pc:spChg>
        <pc:spChg chg="add del">
          <ac:chgData name="Rizwan Rashid" userId="12b6bffb-8fd7-410a-bd1e-f473b901c3a4" providerId="ADAL" clId="{7EF4BEB2-7282-48D4-8676-DE152854797A}" dt="2022-12-26T07:19:39.055" v="316" actId="26606"/>
          <ac:spMkLst>
            <pc:docMk/>
            <pc:sldMk cId="3595206241" sldId="269"/>
            <ac:spMk id="3101" creationId="{A3BAF07C-C39E-42EB-BB22-8D46691D9735}"/>
          </ac:spMkLst>
        </pc:spChg>
        <pc:spChg chg="add del">
          <ac:chgData name="Rizwan Rashid" userId="12b6bffb-8fd7-410a-bd1e-f473b901c3a4" providerId="ADAL" clId="{7EF4BEB2-7282-48D4-8676-DE152854797A}" dt="2022-12-26T07:19:39.055" v="316" actId="26606"/>
          <ac:spMkLst>
            <pc:docMk/>
            <pc:sldMk cId="3595206241" sldId="269"/>
            <ac:spMk id="3102" creationId="{44C110BA-81E8-4247-853A-5F2B93E92E46}"/>
          </ac:spMkLst>
        </pc:spChg>
        <pc:spChg chg="add del">
          <ac:chgData name="Rizwan Rashid" userId="12b6bffb-8fd7-410a-bd1e-f473b901c3a4" providerId="ADAL" clId="{7EF4BEB2-7282-48D4-8676-DE152854797A}" dt="2022-12-26T07:20:50.910" v="342" actId="26606"/>
          <ac:spMkLst>
            <pc:docMk/>
            <pc:sldMk cId="3595206241" sldId="269"/>
            <ac:spMk id="3104" creationId="{44C110BA-81E8-4247-853A-5F2B93E92E46}"/>
          </ac:spMkLst>
        </pc:spChg>
        <pc:spChg chg="add del">
          <ac:chgData name="Rizwan Rashid" userId="12b6bffb-8fd7-410a-bd1e-f473b901c3a4" providerId="ADAL" clId="{7EF4BEB2-7282-48D4-8676-DE152854797A}" dt="2022-12-26T07:19:40.561" v="318" actId="26606"/>
          <ac:spMkLst>
            <pc:docMk/>
            <pc:sldMk cId="3595206241" sldId="269"/>
            <ac:spMk id="3110" creationId="{DD38EE57-B708-47C9-A4A4-E25F09FAB029}"/>
          </ac:spMkLst>
        </pc:spChg>
        <pc:spChg chg="add del">
          <ac:chgData name="Rizwan Rashid" userId="12b6bffb-8fd7-410a-bd1e-f473b901c3a4" providerId="ADAL" clId="{7EF4BEB2-7282-48D4-8676-DE152854797A}" dt="2022-12-26T07:20:53.014" v="344" actId="26606"/>
          <ac:spMkLst>
            <pc:docMk/>
            <pc:sldMk cId="3595206241" sldId="269"/>
            <ac:spMk id="3112" creationId="{81AEB8A9-B768-4E30-BA55-D919E6687343}"/>
          </ac:spMkLst>
        </pc:spChg>
        <pc:spChg chg="add del">
          <ac:chgData name="Rizwan Rashid" userId="12b6bffb-8fd7-410a-bd1e-f473b901c3a4" providerId="ADAL" clId="{7EF4BEB2-7282-48D4-8676-DE152854797A}" dt="2022-12-26T07:20:55.197" v="346" actId="26606"/>
          <ac:spMkLst>
            <pc:docMk/>
            <pc:sldMk cId="3595206241" sldId="269"/>
            <ac:spMk id="3114" creationId="{A3BAF07C-C39E-42EB-BB22-8D46691D9735}"/>
          </ac:spMkLst>
        </pc:spChg>
        <pc:spChg chg="add del">
          <ac:chgData name="Rizwan Rashid" userId="12b6bffb-8fd7-410a-bd1e-f473b901c3a4" providerId="ADAL" clId="{7EF4BEB2-7282-48D4-8676-DE152854797A}" dt="2022-12-26T07:19:42.502" v="320" actId="26606"/>
          <ac:spMkLst>
            <pc:docMk/>
            <pc:sldMk cId="3595206241" sldId="269"/>
            <ac:spMk id="3118" creationId="{85016AEC-0320-4ED0-8ECB-FE11DDDFE17A}"/>
          </ac:spMkLst>
        </pc:spChg>
        <pc:spChg chg="add del">
          <ac:chgData name="Rizwan Rashid" userId="12b6bffb-8fd7-410a-bd1e-f473b901c3a4" providerId="ADAL" clId="{7EF4BEB2-7282-48D4-8676-DE152854797A}" dt="2022-12-26T07:19:42.502" v="320" actId="26606"/>
          <ac:spMkLst>
            <pc:docMk/>
            <pc:sldMk cId="3595206241" sldId="269"/>
            <ac:spMk id="3119" creationId="{C70C3B59-DE2C-4611-8148-812575C5CA48}"/>
          </ac:spMkLst>
        </pc:spChg>
        <pc:spChg chg="add del">
          <ac:chgData name="Rizwan Rashid" userId="12b6bffb-8fd7-410a-bd1e-f473b901c3a4" providerId="ADAL" clId="{7EF4BEB2-7282-48D4-8676-DE152854797A}" dt="2022-12-26T07:19:45.225" v="322" actId="26606"/>
          <ac:spMkLst>
            <pc:docMk/>
            <pc:sldMk cId="3595206241" sldId="269"/>
            <ac:spMk id="3121" creationId="{B0792D4F-247E-46FE-85FC-881DEFA41D94}"/>
          </ac:spMkLst>
        </pc:spChg>
        <pc:spChg chg="add del">
          <ac:chgData name="Rizwan Rashid" userId="12b6bffb-8fd7-410a-bd1e-f473b901c3a4" providerId="ADAL" clId="{7EF4BEB2-7282-48D4-8676-DE152854797A}" dt="2022-12-26T07:19:46.520" v="324" actId="26606"/>
          <ac:spMkLst>
            <pc:docMk/>
            <pc:sldMk cId="3595206241" sldId="269"/>
            <ac:spMk id="3124" creationId="{32AEEBC8-9D30-42EF-95F2-386C2653FBF0}"/>
          </ac:spMkLst>
        </pc:spChg>
        <pc:spChg chg="add del">
          <ac:chgData name="Rizwan Rashid" userId="12b6bffb-8fd7-410a-bd1e-f473b901c3a4" providerId="ADAL" clId="{7EF4BEB2-7282-48D4-8676-DE152854797A}" dt="2022-12-26T07:19:46.520" v="324" actId="26606"/>
          <ac:spMkLst>
            <pc:docMk/>
            <pc:sldMk cId="3595206241" sldId="269"/>
            <ac:spMk id="3125" creationId="{2E92FA66-67D7-4CB4-94D3-E643A9AD4757}"/>
          </ac:spMkLst>
        </pc:spChg>
        <pc:spChg chg="add del">
          <ac:chgData name="Rizwan Rashid" userId="12b6bffb-8fd7-410a-bd1e-f473b901c3a4" providerId="ADAL" clId="{7EF4BEB2-7282-48D4-8676-DE152854797A}" dt="2022-12-26T07:19:48.414" v="326" actId="26606"/>
          <ac:spMkLst>
            <pc:docMk/>
            <pc:sldMk cId="3595206241" sldId="269"/>
            <ac:spMk id="3127" creationId="{2EB492CD-616E-47F8-933B-5E2D952A0593}"/>
          </ac:spMkLst>
        </pc:spChg>
        <pc:spChg chg="add del">
          <ac:chgData name="Rizwan Rashid" userId="12b6bffb-8fd7-410a-bd1e-f473b901c3a4" providerId="ADAL" clId="{7EF4BEB2-7282-48D4-8676-DE152854797A}" dt="2022-12-26T07:19:48.414" v="326" actId="26606"/>
          <ac:spMkLst>
            <pc:docMk/>
            <pc:sldMk cId="3595206241" sldId="269"/>
            <ac:spMk id="3128" creationId="{59383CF9-23B5-4335-9B21-1791C4CF1C75}"/>
          </ac:spMkLst>
        </pc:spChg>
        <pc:spChg chg="add del">
          <ac:chgData name="Rizwan Rashid" userId="12b6bffb-8fd7-410a-bd1e-f473b901c3a4" providerId="ADAL" clId="{7EF4BEB2-7282-48D4-8676-DE152854797A}" dt="2022-12-26T07:19:48.414" v="326" actId="26606"/>
          <ac:spMkLst>
            <pc:docMk/>
            <pc:sldMk cId="3595206241" sldId="269"/>
            <ac:spMk id="3129" creationId="{0007FE00-9498-4706-B255-6437B0252C02}"/>
          </ac:spMkLst>
        </pc:spChg>
        <pc:spChg chg="add del">
          <ac:chgData name="Rizwan Rashid" userId="12b6bffb-8fd7-410a-bd1e-f473b901c3a4" providerId="ADAL" clId="{7EF4BEB2-7282-48D4-8676-DE152854797A}" dt="2022-12-26T07:20:55.197" v="346" actId="26606"/>
          <ac:spMkLst>
            <pc:docMk/>
            <pc:sldMk cId="3595206241" sldId="269"/>
            <ac:spMk id="3130" creationId="{44C110BA-81E8-4247-853A-5F2B93E92E46}"/>
          </ac:spMkLst>
        </pc:spChg>
        <pc:spChg chg="add del">
          <ac:chgData name="Rizwan Rashid" userId="12b6bffb-8fd7-410a-bd1e-f473b901c3a4" providerId="ADAL" clId="{7EF4BEB2-7282-48D4-8676-DE152854797A}" dt="2022-12-26T07:19:49.328" v="328" actId="26606"/>
          <ac:spMkLst>
            <pc:docMk/>
            <pc:sldMk cId="3595206241" sldId="269"/>
            <ac:spMk id="3131" creationId="{9D25F302-27C5-414F-97F8-6EA0A6C028BA}"/>
          </ac:spMkLst>
        </pc:spChg>
        <pc:spChg chg="add del">
          <ac:chgData name="Rizwan Rashid" userId="12b6bffb-8fd7-410a-bd1e-f473b901c3a4" providerId="ADAL" clId="{7EF4BEB2-7282-48D4-8676-DE152854797A}" dt="2022-12-26T07:19:49.328" v="328" actId="26606"/>
          <ac:spMkLst>
            <pc:docMk/>
            <pc:sldMk cId="3595206241" sldId="269"/>
            <ac:spMk id="3132" creationId="{830A36F8-48C2-4842-A87B-8CE8DF4E7FD2}"/>
          </ac:spMkLst>
        </pc:spChg>
        <pc:spChg chg="add del">
          <ac:chgData name="Rizwan Rashid" userId="12b6bffb-8fd7-410a-bd1e-f473b901c3a4" providerId="ADAL" clId="{7EF4BEB2-7282-48D4-8676-DE152854797A}" dt="2022-12-26T07:19:49.328" v="328" actId="26606"/>
          <ac:spMkLst>
            <pc:docMk/>
            <pc:sldMk cId="3595206241" sldId="269"/>
            <ac:spMk id="3133" creationId="{8F451A30-466B-4996-9BA5-CD6ABCC6D558}"/>
          </ac:spMkLst>
        </pc:spChg>
        <pc:spChg chg="add del">
          <ac:chgData name="Rizwan Rashid" userId="12b6bffb-8fd7-410a-bd1e-f473b901c3a4" providerId="ADAL" clId="{7EF4BEB2-7282-48D4-8676-DE152854797A}" dt="2022-12-26T07:21:09.604" v="356" actId="26606"/>
          <ac:spMkLst>
            <pc:docMk/>
            <pc:sldMk cId="3595206241" sldId="269"/>
            <ac:spMk id="3134" creationId="{2550BE34-C2B8-49B8-8519-67A8CAD51AE9}"/>
          </ac:spMkLst>
        </pc:spChg>
        <pc:spChg chg="add del">
          <ac:chgData name="Rizwan Rashid" userId="12b6bffb-8fd7-410a-bd1e-f473b901c3a4" providerId="ADAL" clId="{7EF4BEB2-7282-48D4-8676-DE152854797A}" dt="2022-12-26T07:20:01.679" v="330" actId="26606"/>
          <ac:spMkLst>
            <pc:docMk/>
            <pc:sldMk cId="3595206241" sldId="269"/>
            <ac:spMk id="3135" creationId="{32AEEBC8-9D30-42EF-95F2-386C2653FBF0}"/>
          </ac:spMkLst>
        </pc:spChg>
        <pc:spChg chg="add del">
          <ac:chgData name="Rizwan Rashid" userId="12b6bffb-8fd7-410a-bd1e-f473b901c3a4" providerId="ADAL" clId="{7EF4BEB2-7282-48D4-8676-DE152854797A}" dt="2022-12-26T07:20:01.679" v="330" actId="26606"/>
          <ac:spMkLst>
            <pc:docMk/>
            <pc:sldMk cId="3595206241" sldId="269"/>
            <ac:spMk id="3136" creationId="{3529E97A-97C3-40EA-8A04-5C02398D568F}"/>
          </ac:spMkLst>
        </pc:spChg>
        <pc:spChg chg="add del">
          <ac:chgData name="Rizwan Rashid" userId="12b6bffb-8fd7-410a-bd1e-f473b901c3a4" providerId="ADAL" clId="{7EF4BEB2-7282-48D4-8676-DE152854797A}" dt="2022-12-26T07:20:01.679" v="330" actId="26606"/>
          <ac:spMkLst>
            <pc:docMk/>
            <pc:sldMk cId="3595206241" sldId="269"/>
            <ac:spMk id="3137" creationId="{59FA8C2E-A5A7-4490-927A-7CD58343EDBB}"/>
          </ac:spMkLst>
        </pc:spChg>
        <pc:spChg chg="add del">
          <ac:chgData name="Rizwan Rashid" userId="12b6bffb-8fd7-410a-bd1e-f473b901c3a4" providerId="ADAL" clId="{7EF4BEB2-7282-48D4-8676-DE152854797A}" dt="2022-12-26T07:21:09.604" v="356" actId="26606"/>
          <ac:spMkLst>
            <pc:docMk/>
            <pc:sldMk cId="3595206241" sldId="269"/>
            <ac:spMk id="3138" creationId="{A7457DD9-5A45-400A-AB4B-4B4EDECA25F1}"/>
          </ac:spMkLst>
        </pc:spChg>
        <pc:spChg chg="add del">
          <ac:chgData name="Rizwan Rashid" userId="12b6bffb-8fd7-410a-bd1e-f473b901c3a4" providerId="ADAL" clId="{7EF4BEB2-7282-48D4-8676-DE152854797A}" dt="2022-12-26T07:20:06.390" v="332" actId="26606"/>
          <ac:spMkLst>
            <pc:docMk/>
            <pc:sldMk cId="3595206241" sldId="269"/>
            <ac:spMk id="3139" creationId="{81AEB8A9-B768-4E30-BA55-D919E6687343}"/>
          </ac:spMkLst>
        </pc:spChg>
        <pc:spChg chg="add del">
          <ac:chgData name="Rizwan Rashid" userId="12b6bffb-8fd7-410a-bd1e-f473b901c3a4" providerId="ADAL" clId="{7EF4BEB2-7282-48D4-8676-DE152854797A}" dt="2022-12-26T07:21:09.604" v="356" actId="26606"/>
          <ac:spMkLst>
            <pc:docMk/>
            <pc:sldMk cId="3595206241" sldId="269"/>
            <ac:spMk id="3140" creationId="{441CF7D6-A660-431A-B0BB-140A0D5556B6}"/>
          </ac:spMkLst>
        </pc:spChg>
        <pc:spChg chg="add">
          <ac:chgData name="Rizwan Rashid" userId="12b6bffb-8fd7-410a-bd1e-f473b901c3a4" providerId="ADAL" clId="{7EF4BEB2-7282-48D4-8676-DE152854797A}" dt="2022-12-26T07:21:09.604" v="356" actId="26606"/>
          <ac:spMkLst>
            <pc:docMk/>
            <pc:sldMk cId="3595206241" sldId="269"/>
            <ac:spMk id="3145" creationId="{32AEEBC8-9D30-42EF-95F2-386C2653FBF0}"/>
          </ac:spMkLst>
        </pc:spChg>
        <pc:spChg chg="add">
          <ac:chgData name="Rizwan Rashid" userId="12b6bffb-8fd7-410a-bd1e-f473b901c3a4" providerId="ADAL" clId="{7EF4BEB2-7282-48D4-8676-DE152854797A}" dt="2022-12-26T07:21:09.604" v="356" actId="26606"/>
          <ac:spMkLst>
            <pc:docMk/>
            <pc:sldMk cId="3595206241" sldId="269"/>
            <ac:spMk id="3147" creationId="{2E92FA66-67D7-4CB4-94D3-E643A9AD4757}"/>
          </ac:spMkLst>
        </pc:spChg>
        <pc:grpChg chg="add del">
          <ac:chgData name="Rizwan Rashid" userId="12b6bffb-8fd7-410a-bd1e-f473b901c3a4" providerId="ADAL" clId="{7EF4BEB2-7282-48D4-8676-DE152854797A}" dt="2022-12-26T07:20:50.910" v="342" actId="26606"/>
          <ac:grpSpMkLst>
            <pc:docMk/>
            <pc:sldMk cId="3595206241" sldId="269"/>
            <ac:grpSpMk id="3080" creationId="{D8E9CF54-0466-4261-9E62-0249E60E1886}"/>
          </ac:grpSpMkLst>
        </pc:grpChg>
        <pc:grpChg chg="add del">
          <ac:chgData name="Rizwan Rashid" userId="12b6bffb-8fd7-410a-bd1e-f473b901c3a4" providerId="ADAL" clId="{7EF4BEB2-7282-48D4-8676-DE152854797A}" dt="2022-12-26T07:19:39.055" v="316" actId="26606"/>
          <ac:grpSpMkLst>
            <pc:docMk/>
            <pc:sldMk cId="3595206241" sldId="269"/>
            <ac:grpSpMk id="3103" creationId="{D8E9CF54-0466-4261-9E62-0249E60E1886}"/>
          </ac:grpSpMkLst>
        </pc:grpChg>
        <pc:grpChg chg="add del">
          <ac:chgData name="Rizwan Rashid" userId="12b6bffb-8fd7-410a-bd1e-f473b901c3a4" providerId="ADAL" clId="{7EF4BEB2-7282-48D4-8676-DE152854797A}" dt="2022-12-26T07:19:40.561" v="318" actId="26606"/>
          <ac:grpSpMkLst>
            <pc:docMk/>
            <pc:sldMk cId="3595206241" sldId="269"/>
            <ac:grpSpMk id="3111" creationId="{57A28182-58A5-4DBB-8F64-BD944BCA8154}"/>
          </ac:grpSpMkLst>
        </pc:grpChg>
        <pc:grpChg chg="add del">
          <ac:chgData name="Rizwan Rashid" userId="12b6bffb-8fd7-410a-bd1e-f473b901c3a4" providerId="ADAL" clId="{7EF4BEB2-7282-48D4-8676-DE152854797A}" dt="2022-12-26T07:20:55.197" v="346" actId="26606"/>
          <ac:grpSpMkLst>
            <pc:docMk/>
            <pc:sldMk cId="3595206241" sldId="269"/>
            <ac:grpSpMk id="3115" creationId="{D8E9CF54-0466-4261-9E62-0249E60E1886}"/>
          </ac:grpSpMkLst>
        </pc:grpChg>
        <pc:picChg chg="add mod">
          <ac:chgData name="Rizwan Rashid" userId="12b6bffb-8fd7-410a-bd1e-f473b901c3a4" providerId="ADAL" clId="{7EF4BEB2-7282-48D4-8676-DE152854797A}" dt="2022-12-26T07:21:17.842" v="357" actId="1076"/>
          <ac:picMkLst>
            <pc:docMk/>
            <pc:sldMk cId="3595206241" sldId="269"/>
            <ac:picMk id="5" creationId="{7221DFBE-513E-D4F9-FD29-F92A100A9802}"/>
          </ac:picMkLst>
        </pc:picChg>
        <pc:picChg chg="add del mod ord">
          <ac:chgData name="Rizwan Rashid" userId="12b6bffb-8fd7-410a-bd1e-f473b901c3a4" providerId="ADAL" clId="{7EF4BEB2-7282-48D4-8676-DE152854797A}" dt="2022-12-26T07:20:27.067" v="338" actId="478"/>
          <ac:picMkLst>
            <pc:docMk/>
            <pc:sldMk cId="3595206241" sldId="269"/>
            <ac:picMk id="3074" creationId="{BAC9690A-CB5E-9C34-B1D2-935E6628FCAC}"/>
          </ac:picMkLst>
        </pc:picChg>
        <pc:cxnChg chg="add del">
          <ac:chgData name="Rizwan Rashid" userId="12b6bffb-8fd7-410a-bd1e-f473b901c3a4" providerId="ADAL" clId="{7EF4BEB2-7282-48D4-8676-DE152854797A}" dt="2022-12-26T07:19:45.225" v="322" actId="26606"/>
          <ac:cxnSpMkLst>
            <pc:docMk/>
            <pc:sldMk cId="3595206241" sldId="269"/>
            <ac:cxnSpMk id="3122" creationId="{CE272F12-AF86-441A-BC1B-C014BBBF85B5}"/>
          </ac:cxnSpMkLst>
        </pc:cxnChg>
      </pc:sldChg>
      <pc:sldChg chg="addSp modSp new mod">
        <pc:chgData name="Rizwan Rashid" userId="12b6bffb-8fd7-410a-bd1e-f473b901c3a4" providerId="ADAL" clId="{7EF4BEB2-7282-48D4-8676-DE152854797A}" dt="2022-12-26T07:48:14.573" v="924" actId="27636"/>
        <pc:sldMkLst>
          <pc:docMk/>
          <pc:sldMk cId="4162484264" sldId="270"/>
        </pc:sldMkLst>
        <pc:spChg chg="mod">
          <ac:chgData name="Rizwan Rashid" userId="12b6bffb-8fd7-410a-bd1e-f473b901c3a4" providerId="ADAL" clId="{7EF4BEB2-7282-48D4-8676-DE152854797A}" dt="2022-12-26T07:26:19.044" v="440" actId="20577"/>
          <ac:spMkLst>
            <pc:docMk/>
            <pc:sldMk cId="4162484264" sldId="270"/>
            <ac:spMk id="2" creationId="{741C15DE-F238-2893-D082-F961E55C0653}"/>
          </ac:spMkLst>
        </pc:spChg>
        <pc:spChg chg="mod">
          <ac:chgData name="Rizwan Rashid" userId="12b6bffb-8fd7-410a-bd1e-f473b901c3a4" providerId="ADAL" clId="{7EF4BEB2-7282-48D4-8676-DE152854797A}" dt="2022-12-26T07:48:14.573" v="924" actId="27636"/>
          <ac:spMkLst>
            <pc:docMk/>
            <pc:sldMk cId="4162484264" sldId="270"/>
            <ac:spMk id="3" creationId="{A2005E49-F015-5256-1819-B8210B70C0F0}"/>
          </ac:spMkLst>
        </pc:spChg>
        <pc:spChg chg="add mod">
          <ac:chgData name="Rizwan Rashid" userId="12b6bffb-8fd7-410a-bd1e-f473b901c3a4" providerId="ADAL" clId="{7EF4BEB2-7282-48D4-8676-DE152854797A}" dt="2022-12-26T07:46:45.118" v="890" actId="21"/>
          <ac:spMkLst>
            <pc:docMk/>
            <pc:sldMk cId="4162484264" sldId="270"/>
            <ac:spMk id="4" creationId="{8907330C-F905-FF32-3E2E-F0428BE3F0FE}"/>
          </ac:spMkLst>
        </pc:spChg>
        <pc:spChg chg="add mod">
          <ac:chgData name="Rizwan Rashid" userId="12b6bffb-8fd7-410a-bd1e-f473b901c3a4" providerId="ADAL" clId="{7EF4BEB2-7282-48D4-8676-DE152854797A}" dt="2022-12-26T07:43:55.726" v="856" actId="21"/>
          <ac:spMkLst>
            <pc:docMk/>
            <pc:sldMk cId="4162484264" sldId="270"/>
            <ac:spMk id="6" creationId="{63C0E6F5-CDEE-FA60-AB03-3153293BDAB7}"/>
          </ac:spMkLst>
        </pc:spChg>
      </pc:sldChg>
      <pc:sldChg chg="delSp modSp add mod">
        <pc:chgData name="Rizwan Rashid" userId="12b6bffb-8fd7-410a-bd1e-f473b901c3a4" providerId="ADAL" clId="{7EF4BEB2-7282-48D4-8676-DE152854797A}" dt="2022-12-26T07:59:12.347" v="949" actId="6549"/>
        <pc:sldMkLst>
          <pc:docMk/>
          <pc:sldMk cId="3930260115" sldId="271"/>
        </pc:sldMkLst>
        <pc:spChg chg="mod">
          <ac:chgData name="Rizwan Rashid" userId="12b6bffb-8fd7-410a-bd1e-f473b901c3a4" providerId="ADAL" clId="{7EF4BEB2-7282-48D4-8676-DE152854797A}" dt="2022-12-26T07:37:01.924" v="724"/>
          <ac:spMkLst>
            <pc:docMk/>
            <pc:sldMk cId="3930260115" sldId="271"/>
            <ac:spMk id="2" creationId="{741C15DE-F238-2893-D082-F961E55C0653}"/>
          </ac:spMkLst>
        </pc:spChg>
        <pc:spChg chg="mod">
          <ac:chgData name="Rizwan Rashid" userId="12b6bffb-8fd7-410a-bd1e-f473b901c3a4" providerId="ADAL" clId="{7EF4BEB2-7282-48D4-8676-DE152854797A}" dt="2022-12-26T07:59:12.347" v="949" actId="6549"/>
          <ac:spMkLst>
            <pc:docMk/>
            <pc:sldMk cId="3930260115" sldId="271"/>
            <ac:spMk id="3" creationId="{A2005E49-F015-5256-1819-B8210B70C0F0}"/>
          </ac:spMkLst>
        </pc:spChg>
        <pc:spChg chg="mod">
          <ac:chgData name="Rizwan Rashid" userId="12b6bffb-8fd7-410a-bd1e-f473b901c3a4" providerId="ADAL" clId="{7EF4BEB2-7282-48D4-8676-DE152854797A}" dt="2022-12-26T07:47:58.083" v="917" actId="1076"/>
          <ac:spMkLst>
            <pc:docMk/>
            <pc:sldMk cId="3930260115" sldId="271"/>
            <ac:spMk id="4" creationId="{8907330C-F905-FF32-3E2E-F0428BE3F0FE}"/>
          </ac:spMkLst>
        </pc:spChg>
        <pc:spChg chg="del mod">
          <ac:chgData name="Rizwan Rashid" userId="12b6bffb-8fd7-410a-bd1e-f473b901c3a4" providerId="ADAL" clId="{7EF4BEB2-7282-48D4-8676-DE152854797A}" dt="2022-12-26T07:42:49.872" v="818" actId="478"/>
          <ac:spMkLst>
            <pc:docMk/>
            <pc:sldMk cId="3930260115" sldId="271"/>
            <ac:spMk id="6" creationId="{63C0E6F5-CDEE-FA60-AB03-3153293BDAB7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Rizwan Rashid</a:t>
            </a:r>
          </a:p>
        </p:txBody>
      </p:sp>
    </p:spTree>
    <p:extLst>
      <p:ext uri="{BB962C8B-B14F-4D97-AF65-F5344CB8AC3E}">
        <p14:creationId xmlns:p14="http://schemas.microsoft.com/office/powerpoint/2010/main" val="846684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7F101B-0F4A-67CF-B92E-15AC8831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2BE1A0-F7E1-4B66-A6AB-F9B514797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stored in the program are temporary; </a:t>
            </a:r>
          </a:p>
          <a:p>
            <a:pPr lvl="1"/>
            <a:r>
              <a:rPr lang="en-US" dirty="0"/>
              <a:t>It get lost when the program terminates</a:t>
            </a:r>
          </a:p>
          <a:p>
            <a:r>
              <a:rPr lang="en-US" dirty="0"/>
              <a:t>To permanently store the data created in a program, </a:t>
            </a:r>
          </a:p>
          <a:p>
            <a:pPr lvl="1"/>
            <a:r>
              <a:rPr lang="en-US" dirty="0"/>
              <a:t>Need to save them in a file on a disk or other permanent storage device</a:t>
            </a:r>
          </a:p>
          <a:p>
            <a:r>
              <a:rPr lang="en-US" dirty="0"/>
              <a:t>The file can then be transported and read later by other programs</a:t>
            </a:r>
          </a:p>
        </p:txBody>
      </p:sp>
    </p:spTree>
    <p:extLst>
      <p:ext uri="{BB962C8B-B14F-4D97-AF65-F5344CB8AC3E}">
        <p14:creationId xmlns:p14="http://schemas.microsoft.com/office/powerpoint/2010/main" val="58215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90DAA9-C5DF-DE13-E28F-06343987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73C928-B541-F7AA-35C0-D3B9B7DF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  <a:p>
            <a:pPr lvl="1"/>
            <a:r>
              <a:rPr lang="en-US" dirty="0"/>
              <a:t>Way to handle the files stored on the hard disk</a:t>
            </a:r>
          </a:p>
          <a:p>
            <a:pPr lvl="1"/>
            <a:r>
              <a:rPr lang="en-US" dirty="0"/>
              <a:t>So that we can, read and write the data in file</a:t>
            </a:r>
          </a:p>
          <a:p>
            <a:r>
              <a:rPr lang="en-US" dirty="0"/>
              <a:t>Java provides </a:t>
            </a:r>
            <a:r>
              <a:rPr lang="en-US" b="1" dirty="0">
                <a:solidFill>
                  <a:schemeClr val="tx2"/>
                </a:solidFill>
                <a:latin typeface="Courier"/>
              </a:rPr>
              <a:t>java.io</a:t>
            </a:r>
            <a:r>
              <a:rPr lang="en-US" b="1" dirty="0"/>
              <a:t> </a:t>
            </a:r>
            <a:r>
              <a:rPr lang="en-US" dirty="0"/>
              <a:t>package </a:t>
            </a:r>
          </a:p>
          <a:p>
            <a:pPr lvl="1"/>
            <a:r>
              <a:rPr lang="en-US" dirty="0"/>
              <a:t>Contain all class that help in performing input and output operations on files</a:t>
            </a:r>
          </a:p>
        </p:txBody>
      </p:sp>
    </p:spTree>
    <p:extLst>
      <p:ext uri="{BB962C8B-B14F-4D97-AF65-F5344CB8AC3E}">
        <p14:creationId xmlns:p14="http://schemas.microsoft.com/office/powerpoint/2010/main" val="325500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45" name="Rectangle 3144">
            <a:extLst>
              <a:ext uri="{FF2B5EF4-FFF2-40B4-BE49-F238E27FC236}">
                <a16:creationId xmlns="" xmlns:a16="http://schemas.microsoft.com/office/drawing/2014/main" id="{32AEEBC8-9D30-42EF-95F2-386C2653FB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FAAE9A-5AE8-7EDA-F1BE-DD3055D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" y="485899"/>
            <a:ext cx="3058876" cy="792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Java Streams</a:t>
            </a:r>
          </a:p>
        </p:txBody>
      </p:sp>
      <p:sp>
        <p:nvSpPr>
          <p:cNvPr id="3147" name="sketch line">
            <a:extLst>
              <a:ext uri="{FF2B5EF4-FFF2-40B4-BE49-F238E27FC236}">
                <a16:creationId xmlns="" xmlns:a16="http://schemas.microsoft.com/office/drawing/2014/main" id="{2E92FA66-67D7-4CB4-94D3-E643A9AD47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  <a:gd name="connsiteX0" fmla="*/ 0 w 1554480"/>
              <a:gd name="connsiteY0" fmla="*/ 0 h 13716"/>
              <a:gd name="connsiteX1" fmla="*/ 502615 w 1554480"/>
              <a:gd name="connsiteY1" fmla="*/ 0 h 13716"/>
              <a:gd name="connsiteX2" fmla="*/ 974141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1816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69558" y="-27075"/>
                  <a:pt x="365297" y="14897"/>
                  <a:pt x="549250" y="0"/>
                </a:cubicBezTo>
                <a:cubicBezTo>
                  <a:pt x="762323" y="14872"/>
                  <a:pt x="864871" y="21041"/>
                  <a:pt x="1082954" y="0"/>
                </a:cubicBezTo>
                <a:cubicBezTo>
                  <a:pt x="1306037" y="9403"/>
                  <a:pt x="1371926" y="14821"/>
                  <a:pt x="1554480" y="0"/>
                </a:cubicBezTo>
                <a:cubicBezTo>
                  <a:pt x="1554010" y="4793"/>
                  <a:pt x="1554680" y="10394"/>
                  <a:pt x="1554480" y="13716"/>
                </a:cubicBezTo>
                <a:cubicBezTo>
                  <a:pt x="1328957" y="3179"/>
                  <a:pt x="1207025" y="27731"/>
                  <a:pt x="1067410" y="13716"/>
                </a:cubicBezTo>
                <a:cubicBezTo>
                  <a:pt x="897316" y="-7440"/>
                  <a:pt x="788951" y="-24962"/>
                  <a:pt x="549250" y="13716"/>
                </a:cubicBezTo>
                <a:cubicBezTo>
                  <a:pt x="300394" y="-2982"/>
                  <a:pt x="129576" y="35301"/>
                  <a:pt x="0" y="13716"/>
                </a:cubicBezTo>
                <a:cubicBezTo>
                  <a:pt x="354" y="8869"/>
                  <a:pt x="649" y="6738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513" y="10124"/>
                  <a:pt x="389298" y="10419"/>
                  <a:pt x="502615" y="0"/>
                </a:cubicBezTo>
                <a:cubicBezTo>
                  <a:pt x="616735" y="10147"/>
                  <a:pt x="791037" y="-19212"/>
                  <a:pt x="974141" y="0"/>
                </a:cubicBezTo>
                <a:cubicBezTo>
                  <a:pt x="1141919" y="34853"/>
                  <a:pt x="1248514" y="16971"/>
                  <a:pt x="1554480" y="0"/>
                </a:cubicBezTo>
                <a:cubicBezTo>
                  <a:pt x="1554288" y="3835"/>
                  <a:pt x="1554171" y="7531"/>
                  <a:pt x="1554480" y="13716"/>
                </a:cubicBezTo>
                <a:cubicBezTo>
                  <a:pt x="1337806" y="9080"/>
                  <a:pt x="1308467" y="19887"/>
                  <a:pt x="1067410" y="13716"/>
                </a:cubicBezTo>
                <a:cubicBezTo>
                  <a:pt x="824349" y="13143"/>
                  <a:pt x="783437" y="24151"/>
                  <a:pt x="518160" y="13716"/>
                </a:cubicBezTo>
                <a:cubicBezTo>
                  <a:pt x="271530" y="4598"/>
                  <a:pt x="132568" y="-7659"/>
                  <a:pt x="0" y="13716"/>
                </a:cubicBezTo>
                <a:cubicBezTo>
                  <a:pt x="768" y="9617"/>
                  <a:pt x="-274" y="4847"/>
                  <a:pt x="0" y="0"/>
                </a:cubicBezTo>
                <a:close/>
              </a:path>
              <a:path w="1554480" h="13716" fill="none" stroke="0" extrusionOk="0">
                <a:moveTo>
                  <a:pt x="0" y="0"/>
                </a:moveTo>
                <a:cubicBezTo>
                  <a:pt x="95687" y="-31247"/>
                  <a:pt x="331569" y="3404"/>
                  <a:pt x="549250" y="0"/>
                </a:cubicBezTo>
                <a:cubicBezTo>
                  <a:pt x="776590" y="6530"/>
                  <a:pt x="844530" y="-5109"/>
                  <a:pt x="1082954" y="0"/>
                </a:cubicBezTo>
                <a:cubicBezTo>
                  <a:pt x="1293569" y="15486"/>
                  <a:pt x="1361850" y="13824"/>
                  <a:pt x="1554480" y="0"/>
                </a:cubicBezTo>
                <a:cubicBezTo>
                  <a:pt x="1553504" y="4786"/>
                  <a:pt x="1554832" y="10912"/>
                  <a:pt x="1554480" y="13716"/>
                </a:cubicBezTo>
                <a:cubicBezTo>
                  <a:pt x="1366718" y="4861"/>
                  <a:pt x="1218290" y="26644"/>
                  <a:pt x="1067410" y="13716"/>
                </a:cubicBezTo>
                <a:cubicBezTo>
                  <a:pt x="900327" y="-8822"/>
                  <a:pt x="792178" y="6310"/>
                  <a:pt x="549250" y="13716"/>
                </a:cubicBezTo>
                <a:cubicBezTo>
                  <a:pt x="295300" y="2843"/>
                  <a:pt x="142619" y="40779"/>
                  <a:pt x="0" y="13716"/>
                </a:cubicBezTo>
                <a:cubicBezTo>
                  <a:pt x="813" y="8812"/>
                  <a:pt x="948" y="672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1554480"/>
                      <a:gd name="connsiteY0" fmla="*/ 0 h 13716"/>
                      <a:gd name="connsiteX1" fmla="*/ 549250 w 1554480"/>
                      <a:gd name="connsiteY1" fmla="*/ 0 h 13716"/>
                      <a:gd name="connsiteX2" fmla="*/ 1082954 w 1554480"/>
                      <a:gd name="connsiteY2" fmla="*/ 0 h 13716"/>
                      <a:gd name="connsiteX3" fmla="*/ 1554480 w 1554480"/>
                      <a:gd name="connsiteY3" fmla="*/ 0 h 13716"/>
                      <a:gd name="connsiteX4" fmla="*/ 1554480 w 1554480"/>
                      <a:gd name="connsiteY4" fmla="*/ 13716 h 13716"/>
                      <a:gd name="connsiteX5" fmla="*/ 1067410 w 1554480"/>
                      <a:gd name="connsiteY5" fmla="*/ 13716 h 13716"/>
                      <a:gd name="connsiteX6" fmla="*/ 549250 w 1554480"/>
                      <a:gd name="connsiteY6" fmla="*/ 13716 h 13716"/>
                      <a:gd name="connsiteX7" fmla="*/ 0 w 1554480"/>
                      <a:gd name="connsiteY7" fmla="*/ 13716 h 13716"/>
                      <a:gd name="connsiteX8" fmla="*/ 0 w 1554480"/>
                      <a:gd name="connsiteY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0" h="13716" fill="none" extrusionOk="0">
                        <a:moveTo>
                          <a:pt x="0" y="0"/>
                        </a:moveTo>
                        <a:cubicBezTo>
                          <a:pt x="114141" y="-19864"/>
                          <a:pt x="345055" y="-1657"/>
                          <a:pt x="549250" y="0"/>
                        </a:cubicBezTo>
                        <a:cubicBezTo>
                          <a:pt x="753445" y="1657"/>
                          <a:pt x="862292" y="-5674"/>
                          <a:pt x="1082954" y="0"/>
                        </a:cubicBezTo>
                        <a:cubicBezTo>
                          <a:pt x="1303616" y="5674"/>
                          <a:pt x="1363530" y="4537"/>
                          <a:pt x="1554480" y="0"/>
                        </a:cubicBezTo>
                        <a:cubicBezTo>
                          <a:pt x="1553820" y="4959"/>
                          <a:pt x="1554594" y="10798"/>
                          <a:pt x="1554480" y="13716"/>
                        </a:cubicBezTo>
                        <a:cubicBezTo>
                          <a:pt x="1338847" y="1555"/>
                          <a:pt x="1215066" y="33279"/>
                          <a:pt x="1067410" y="13716"/>
                        </a:cubicBezTo>
                        <a:cubicBezTo>
                          <a:pt x="919754" y="-5847"/>
                          <a:pt x="800465" y="-1492"/>
                          <a:pt x="549250" y="13716"/>
                        </a:cubicBezTo>
                        <a:cubicBezTo>
                          <a:pt x="298035" y="28924"/>
                          <a:pt x="158868" y="18197"/>
                          <a:pt x="0" y="13716"/>
                        </a:cubicBezTo>
                        <a:cubicBezTo>
                          <a:pt x="488" y="8630"/>
                          <a:pt x="480" y="6612"/>
                          <a:pt x="0" y="0"/>
                        </a:cubicBezTo>
                        <a:close/>
                      </a:path>
                      <a:path w="1554480" h="13716" stroke="0" extrusionOk="0">
                        <a:moveTo>
                          <a:pt x="0" y="0"/>
                        </a:moveTo>
                        <a:cubicBezTo>
                          <a:pt x="249941" y="-58"/>
                          <a:pt x="367334" y="23448"/>
                          <a:pt x="502615" y="0"/>
                        </a:cubicBezTo>
                        <a:cubicBezTo>
                          <a:pt x="637897" y="-23448"/>
                          <a:pt x="813653" y="-20418"/>
                          <a:pt x="974141" y="0"/>
                        </a:cubicBezTo>
                        <a:cubicBezTo>
                          <a:pt x="1134629" y="20418"/>
                          <a:pt x="1268772" y="6288"/>
                          <a:pt x="1554480" y="0"/>
                        </a:cubicBezTo>
                        <a:cubicBezTo>
                          <a:pt x="1554232" y="4157"/>
                          <a:pt x="1554673" y="7559"/>
                          <a:pt x="1554480" y="13716"/>
                        </a:cubicBezTo>
                        <a:cubicBezTo>
                          <a:pt x="1336087" y="7600"/>
                          <a:pt x="1310024" y="15187"/>
                          <a:pt x="1067410" y="13716"/>
                        </a:cubicBezTo>
                        <a:cubicBezTo>
                          <a:pt x="824796" y="12246"/>
                          <a:pt x="787902" y="30075"/>
                          <a:pt x="518160" y="13716"/>
                        </a:cubicBezTo>
                        <a:cubicBezTo>
                          <a:pt x="248418" y="-2643"/>
                          <a:pt x="133160" y="4633"/>
                          <a:pt x="0" y="13716"/>
                        </a:cubicBezTo>
                        <a:cubicBezTo>
                          <a:pt x="43" y="9160"/>
                          <a:pt x="-111" y="48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9ADE218-656A-53C9-6AE5-F88EF7C0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5555" y="457200"/>
            <a:ext cx="5780465" cy="3124200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Stream</a:t>
            </a:r>
          </a:p>
          <a:p>
            <a:pPr lvl="1">
              <a:lnSpc>
                <a:spcPct val="90000"/>
              </a:lnSpc>
            </a:pPr>
            <a:r>
              <a:rPr lang="en-US" sz="2400" b="0" i="0" dirty="0">
                <a:effectLst/>
                <a:latin typeface="inter-regular"/>
              </a:rPr>
              <a:t>A stream is a sequence of data. </a:t>
            </a:r>
          </a:p>
          <a:p>
            <a:pPr lvl="1">
              <a:lnSpc>
                <a:spcPct val="90000"/>
              </a:lnSpc>
            </a:pPr>
            <a:r>
              <a:rPr lang="en-US" sz="2400" b="0" i="0" dirty="0">
                <a:effectLst/>
                <a:latin typeface="inter-regular"/>
              </a:rPr>
              <a:t>In Java, a stream is composed of bytes called a stream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inter-regular"/>
              </a:rPr>
              <a:t>Stream represent Source( which generate the data in form of streams) and Destination (which consume or read data available on stream)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7221DFBE-513E-D4F9-FD29-F92A100A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01" y="4038600"/>
            <a:ext cx="8188452" cy="2702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3BF4EA2-DDD1-AEF7-F9F7-E00713137D3D}"/>
              </a:ext>
            </a:extLst>
          </p:cNvPr>
          <p:cNvSpPr txBox="1"/>
          <p:nvPr/>
        </p:nvSpPr>
        <p:spPr>
          <a:xfrm>
            <a:off x="13855" y="2381071"/>
            <a:ext cx="3904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dirty="0">
                <a:solidFill>
                  <a:schemeClr val="tx2"/>
                </a:solidFill>
                <a:latin typeface="Courier"/>
              </a:rPr>
              <a:t>java.io </a:t>
            </a:r>
            <a:r>
              <a:rPr lang="en-US" dirty="0"/>
              <a:t>package all classes are divided into two type of streams</a:t>
            </a:r>
          </a:p>
          <a:p>
            <a:r>
              <a:rPr lang="en-US" dirty="0"/>
              <a:t>1- Character Stream</a:t>
            </a:r>
          </a:p>
          <a:p>
            <a:r>
              <a:rPr lang="en-US" dirty="0"/>
              <a:t>2- Byte Stream</a:t>
            </a:r>
          </a:p>
        </p:txBody>
      </p:sp>
    </p:spTree>
    <p:extLst>
      <p:ext uri="{BB962C8B-B14F-4D97-AF65-F5344CB8AC3E}">
        <p14:creationId xmlns:p14="http://schemas.microsoft.com/office/powerpoint/2010/main" val="359520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1C15DE-F238-2893-D082-F961E55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Byte Stream</a:t>
            </a:r>
            <a:br>
              <a:rPr lang="en-US" sz="3600" dirty="0"/>
            </a:br>
            <a:r>
              <a:rPr lang="en-US" sz="3600" dirty="0"/>
              <a:t> (100111010111101011101)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005E49-F015-5256-1819-B8210B70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Raw sequence of 0's and 1’s to represent data</a:t>
            </a:r>
          </a:p>
          <a:p>
            <a:r>
              <a:rPr lang="en-US" sz="2800" dirty="0"/>
              <a:t>The data belong to either audio, video or text.</a:t>
            </a:r>
          </a:p>
          <a:p>
            <a:r>
              <a:rPr lang="en-US" sz="2800" dirty="0"/>
              <a:t>Just read/write data in form of 8bits(byte by byte)</a:t>
            </a:r>
          </a:p>
          <a:p>
            <a:r>
              <a:rPr lang="en-US" sz="2800" dirty="0"/>
              <a:t>The classes that handle Byte Stream and which are descendent of </a:t>
            </a:r>
          </a:p>
          <a:p>
            <a:pPr lvl="1"/>
            <a:r>
              <a:rPr lang="en-US" dirty="0"/>
              <a:t>java.io.InputStream</a:t>
            </a:r>
          </a:p>
          <a:p>
            <a:pPr lvl="1"/>
            <a:r>
              <a:rPr lang="en-US" dirty="0"/>
              <a:t>java.io.OutputStream</a:t>
            </a:r>
          </a:p>
          <a:p>
            <a:pPr lvl="1"/>
            <a:r>
              <a:rPr lang="en-US" dirty="0"/>
              <a:t>java.io.</a:t>
            </a:r>
            <a:r>
              <a:rPr lang="en-US" sz="2800" dirty="0"/>
              <a:t>RandomAccessFile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907330C-F905-FF32-3E2E-F0428BE3F0FE}"/>
              </a:ext>
            </a:extLst>
          </p:cNvPr>
          <p:cNvSpPr txBox="1"/>
          <p:nvPr/>
        </p:nvSpPr>
        <p:spPr>
          <a:xfrm>
            <a:off x="5488552" y="2169616"/>
            <a:ext cx="3198248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BufferedInputStream</a:t>
            </a:r>
          </a:p>
          <a:p>
            <a:r>
              <a:rPr lang="en-US" sz="2400" dirty="0"/>
              <a:t>BufferedoutputStream</a:t>
            </a:r>
          </a:p>
          <a:p>
            <a:r>
              <a:rPr lang="en-US" sz="2400" dirty="0"/>
              <a:t>ByteArrayInputStream</a:t>
            </a:r>
          </a:p>
          <a:p>
            <a:r>
              <a:rPr lang="en-US" sz="2400" dirty="0"/>
              <a:t>ByteArrayOutputStream</a:t>
            </a:r>
          </a:p>
          <a:p>
            <a:r>
              <a:rPr lang="en-US" sz="2400" dirty="0"/>
              <a:t>DataInputStream</a:t>
            </a:r>
          </a:p>
          <a:p>
            <a:r>
              <a:rPr lang="en-US" sz="2400" dirty="0"/>
              <a:t>DataOutputStream</a:t>
            </a:r>
          </a:p>
          <a:p>
            <a:r>
              <a:rPr lang="en-US" sz="2400" dirty="0"/>
              <a:t>FileInputStream</a:t>
            </a:r>
          </a:p>
          <a:p>
            <a:r>
              <a:rPr lang="en-US" sz="2400" dirty="0"/>
              <a:t>FileOutputStream</a:t>
            </a:r>
          </a:p>
          <a:p>
            <a:r>
              <a:rPr lang="en-US" sz="2400" dirty="0"/>
              <a:t>PrintStream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3C0E6F5-CDEE-FA60-AB03-3153293BDAB7}"/>
              </a:ext>
            </a:extLst>
          </p:cNvPr>
          <p:cNvSpPr txBox="1"/>
          <p:nvPr/>
        </p:nvSpPr>
        <p:spPr>
          <a:xfrm>
            <a:off x="5488552" y="1461730"/>
            <a:ext cx="319824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248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1C15DE-F238-2893-D082-F961E55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Character Stream</a:t>
            </a:r>
            <a:br>
              <a:rPr lang="en-US" sz="3600" dirty="0"/>
            </a:br>
            <a:r>
              <a:rPr lang="en-US" sz="3600" dirty="0"/>
              <a:t> (11110110 11010101 101010101)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005E49-F015-5256-1819-B8210B70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Character Stream is based on Byte stream, and bunch of 16 bits are picked as character</a:t>
            </a:r>
          </a:p>
          <a:p>
            <a:r>
              <a:rPr lang="en-US" sz="2800" dirty="0"/>
              <a:t>Data must be characters</a:t>
            </a:r>
          </a:p>
          <a:p>
            <a:r>
              <a:rPr lang="en-US" sz="2800" dirty="0"/>
              <a:t>Characters are encoded using a character encoding scheme such </a:t>
            </a:r>
            <a:r>
              <a:rPr lang="en-US" sz="2800"/>
              <a:t>as Unicode</a:t>
            </a:r>
            <a:endParaRPr lang="en-US" sz="2800" dirty="0"/>
          </a:p>
          <a:p>
            <a:r>
              <a:rPr lang="en-US" sz="2800" dirty="0"/>
              <a:t>The classes that handle Character Stream and which are descendent of </a:t>
            </a:r>
          </a:p>
          <a:p>
            <a:pPr lvl="1"/>
            <a:r>
              <a:rPr lang="en-US" dirty="0" err="1"/>
              <a:t>java.io.Reader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java.io.Writer</a:t>
            </a:r>
            <a:r>
              <a:rPr lang="en-US" dirty="0"/>
              <a:t> class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907330C-F905-FF32-3E2E-F0428BE3F0FE}"/>
              </a:ext>
            </a:extLst>
          </p:cNvPr>
          <p:cNvSpPr txBox="1"/>
          <p:nvPr/>
        </p:nvSpPr>
        <p:spPr>
          <a:xfrm>
            <a:off x="5638800" y="2014289"/>
            <a:ext cx="2885149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BufferedReader</a:t>
            </a:r>
            <a:endParaRPr lang="en-US" sz="2400" dirty="0"/>
          </a:p>
          <a:p>
            <a:r>
              <a:rPr lang="en-US" sz="2400" dirty="0" err="1"/>
              <a:t>BufferedWriter</a:t>
            </a:r>
            <a:endParaRPr lang="en-US" sz="2400" dirty="0"/>
          </a:p>
          <a:p>
            <a:r>
              <a:rPr lang="en-US" sz="2400" dirty="0" err="1"/>
              <a:t>CharArrayReader</a:t>
            </a:r>
            <a:endParaRPr lang="en-US" sz="2400" dirty="0"/>
          </a:p>
          <a:p>
            <a:r>
              <a:rPr lang="en-US" sz="2400" dirty="0" err="1"/>
              <a:t>CharArrayWriter</a:t>
            </a:r>
            <a:endParaRPr lang="en-US" sz="2400" dirty="0"/>
          </a:p>
          <a:p>
            <a:r>
              <a:rPr lang="en-US" sz="2400" dirty="0" err="1"/>
              <a:t>FileReader</a:t>
            </a:r>
            <a:endParaRPr lang="en-US" sz="2400" dirty="0"/>
          </a:p>
          <a:p>
            <a:r>
              <a:rPr lang="en-US" sz="2400" dirty="0" err="1"/>
              <a:t>FileWriter</a:t>
            </a:r>
            <a:endParaRPr lang="en-US" sz="2400" dirty="0"/>
          </a:p>
          <a:p>
            <a:r>
              <a:rPr lang="en-US" sz="2400" dirty="0" err="1"/>
              <a:t>InputStreamReader</a:t>
            </a:r>
            <a:endParaRPr lang="en-US" sz="2400" dirty="0"/>
          </a:p>
          <a:p>
            <a:r>
              <a:rPr lang="en-US" sz="2400" dirty="0" err="1"/>
              <a:t>OutputStreamWriter</a:t>
            </a:r>
            <a:endParaRPr lang="en-US" sz="2400" dirty="0"/>
          </a:p>
          <a:p>
            <a:r>
              <a:rPr lang="en-US" sz="2400" dirty="0" err="1"/>
              <a:t>PrintWriter</a:t>
            </a:r>
            <a:endParaRPr lang="en-US" sz="2400" dirty="0"/>
          </a:p>
          <a:p>
            <a:r>
              <a:rPr lang="en-US" sz="2400" dirty="0" err="1"/>
              <a:t>StringReader</a:t>
            </a:r>
            <a:endParaRPr lang="en-US" sz="2400" dirty="0"/>
          </a:p>
          <a:p>
            <a:r>
              <a:rPr lang="en-US" sz="2400" dirty="0" err="1"/>
              <a:t>StringWriter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026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382000" cy="4144963"/>
          </a:xfrm>
        </p:spPr>
        <p:txBody>
          <a:bodyPr>
            <a:normAutofit/>
          </a:bodyPr>
          <a:lstStyle/>
          <a:p>
            <a:r>
              <a:rPr lang="en-US" sz="2800" dirty="0"/>
              <a:t>Absolute file name(full name)</a:t>
            </a:r>
          </a:p>
          <a:p>
            <a:pPr lvl="1"/>
            <a:r>
              <a:rPr lang="en-US" sz="2400" dirty="0"/>
              <a:t>Contains a file name with its complete path and drive letter</a:t>
            </a:r>
          </a:p>
          <a:p>
            <a:pPr lvl="1"/>
            <a:r>
              <a:rPr lang="en-US" sz="2400" dirty="0"/>
              <a:t>Example  “c:\book\Welcome.java”</a:t>
            </a:r>
          </a:p>
          <a:p>
            <a:r>
              <a:rPr lang="en-US" sz="2800" dirty="0"/>
              <a:t>Relative file name (In relation to current directory</a:t>
            </a:r>
          </a:p>
          <a:p>
            <a:pPr lvl="1"/>
            <a:r>
              <a:rPr lang="en-US" sz="2400" dirty="0"/>
              <a:t>The complete directory path for a relative file name is omitted</a:t>
            </a:r>
          </a:p>
          <a:p>
            <a:pPr lvl="1"/>
            <a:r>
              <a:rPr lang="en-US" sz="2400" dirty="0"/>
              <a:t>Example: </a:t>
            </a:r>
            <a:r>
              <a:rPr lang="en-US" sz="2400" i="1" dirty="0"/>
              <a:t>Welcome.java</a:t>
            </a:r>
            <a:r>
              <a:rPr lang="en-US" sz="2400" dirty="0"/>
              <a:t> is a relative file name. If the current working directory is c:\book</a:t>
            </a:r>
          </a:p>
          <a:p>
            <a:r>
              <a:rPr lang="en-US" dirty="0"/>
              <a:t>Do not use absolute file names in your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19200"/>
            <a:ext cx="8610600" cy="64633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File</a:t>
            </a:r>
            <a:r>
              <a:rPr lang="en-US" dirty="0"/>
              <a:t> class contains the methods for obtaining the properties of a file/directory </a:t>
            </a:r>
          </a:p>
          <a:p>
            <a:r>
              <a:rPr lang="en-US" dirty="0"/>
              <a:t>and for renaming and deleting a file/directory.</a:t>
            </a:r>
          </a:p>
        </p:txBody>
      </p:sp>
    </p:spTree>
    <p:extLst>
      <p:ext uri="{BB962C8B-B14F-4D97-AF65-F5344CB8AC3E}">
        <p14:creationId xmlns:p14="http://schemas.microsoft.com/office/powerpoint/2010/main" val="228977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400"/>
            <a:ext cx="8839200" cy="655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1731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r>
              <a:rPr lang="en-US" dirty="0"/>
              <a:t>A File object encapsulates the properties of a file or a path</a:t>
            </a:r>
          </a:p>
          <a:p>
            <a:pPr lvl="1"/>
            <a:r>
              <a:rPr lang="en-US" dirty="0"/>
              <a:t>Does not contain </a:t>
            </a:r>
            <a:r>
              <a:rPr lang="en-US"/>
              <a:t>the methods for </a:t>
            </a:r>
            <a:r>
              <a:rPr lang="en-US" dirty="0"/>
              <a:t>writing/reading data to/from a file</a:t>
            </a:r>
          </a:p>
          <a:p>
            <a:pPr lvl="1"/>
            <a:r>
              <a:rPr lang="en-US" dirty="0"/>
              <a:t>Referred to as data input and output, or I/O</a:t>
            </a:r>
          </a:p>
          <a:p>
            <a:r>
              <a:rPr lang="en-US" dirty="0"/>
              <a:t>To perform I/O</a:t>
            </a:r>
          </a:p>
          <a:p>
            <a:pPr lvl="1"/>
            <a:r>
              <a:rPr lang="en-US" dirty="0"/>
              <a:t>Create objects using appropriate Java I/O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258669"/>
            <a:ext cx="8458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urier" pitchFamily="49" charset="0"/>
              </a:rPr>
              <a:t>Scanner</a:t>
            </a:r>
            <a:r>
              <a:rPr lang="en-US" dirty="0"/>
              <a:t> class for </a:t>
            </a:r>
            <a:r>
              <a:rPr lang="en-US" b="1" dirty="0"/>
              <a:t>reading text data </a:t>
            </a:r>
            <a:r>
              <a:rPr lang="en-US" dirty="0"/>
              <a:t>from a file and the </a:t>
            </a:r>
            <a:r>
              <a:rPr lang="en-US" dirty="0" err="1">
                <a:latin typeface="Courier" pitchFamily="49" charset="0"/>
              </a:rPr>
              <a:t>PrintWriter</a:t>
            </a:r>
            <a:r>
              <a:rPr lang="en-US" dirty="0"/>
              <a:t> class for </a:t>
            </a:r>
            <a:r>
              <a:rPr lang="en-US" b="1" dirty="0"/>
              <a:t>writing text data </a:t>
            </a:r>
            <a:r>
              <a:rPr lang="en-US" dirty="0"/>
              <a:t>to a file.</a:t>
            </a:r>
          </a:p>
        </p:txBody>
      </p:sp>
    </p:spTree>
    <p:extLst>
      <p:ext uri="{BB962C8B-B14F-4D97-AF65-F5344CB8AC3E}">
        <p14:creationId xmlns:p14="http://schemas.microsoft.com/office/powerpoint/2010/main" val="3099150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Data Using </a:t>
            </a:r>
            <a:r>
              <a:rPr lang="en-US" dirty="0" err="1">
                <a:latin typeface="Courier" pitchFamily="49" charset="0"/>
              </a:rPr>
              <a:t>PrintWriter</a:t>
            </a:r>
            <a:endParaRPr lang="en-US" dirty="0">
              <a:latin typeface="Courier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java.io.PrintWriter</a:t>
            </a:r>
            <a:r>
              <a:rPr lang="en-US" dirty="0"/>
              <a:t> class can be used to </a:t>
            </a:r>
            <a:r>
              <a:rPr lang="en-US" u="sng" dirty="0"/>
              <a:t>create a file </a:t>
            </a:r>
            <a:r>
              <a:rPr lang="en-US" dirty="0"/>
              <a:t>and </a:t>
            </a:r>
            <a:r>
              <a:rPr lang="en-US" u="sng" dirty="0"/>
              <a:t>write data </a:t>
            </a:r>
            <a:r>
              <a:rPr lang="en-US" dirty="0"/>
              <a:t>to a text file</a:t>
            </a:r>
          </a:p>
          <a:p>
            <a:r>
              <a:rPr lang="en-US" dirty="0"/>
              <a:t>Can use </a:t>
            </a:r>
            <a:r>
              <a:rPr lang="en-US" b="1" dirty="0"/>
              <a:t>print</a:t>
            </a:r>
            <a:r>
              <a:rPr lang="en-US" dirty="0"/>
              <a:t>, </a:t>
            </a:r>
            <a:r>
              <a:rPr lang="en-US" b="1" dirty="0" err="1"/>
              <a:t>println</a:t>
            </a:r>
            <a:r>
              <a:rPr lang="en-US" dirty="0"/>
              <a:t>, and </a:t>
            </a:r>
            <a:r>
              <a:rPr lang="en-US" b="1" dirty="0" err="1"/>
              <a:t>printf</a:t>
            </a:r>
            <a:r>
              <a:rPr lang="en-US" dirty="0"/>
              <a:t> methods on the </a:t>
            </a:r>
            <a:r>
              <a:rPr lang="en-US" b="1" dirty="0" err="1"/>
              <a:t>PrintWriter</a:t>
            </a:r>
            <a:r>
              <a:rPr lang="en-US" dirty="0"/>
              <a:t> object to write data to a file</a:t>
            </a:r>
          </a:p>
        </p:txBody>
      </p:sp>
    </p:spTree>
    <p:extLst>
      <p:ext uri="{BB962C8B-B14F-4D97-AF65-F5344CB8AC3E}">
        <p14:creationId xmlns:p14="http://schemas.microsoft.com/office/powerpoint/2010/main" val="1324808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Writing Data Using </a:t>
            </a:r>
            <a:r>
              <a:rPr lang="en-US" altLang="en-US" sz="4000" u="sng"/>
              <a:t>PrintWriter</a:t>
            </a:r>
            <a:r>
              <a:rPr lang="en-US" altLang="en-US" sz="4000"/>
              <a:t> </a:t>
            </a: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0" y="2255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en-US" altLang="en-US" sz="4400">
              <a:solidFill>
                <a:schemeClr val="tx2"/>
              </a:solidFill>
            </a:endParaRPr>
          </a:p>
        </p:txBody>
      </p:sp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034896"/>
              </p:ext>
            </p:extLst>
          </p:nvPr>
        </p:nvGraphicFramePr>
        <p:xfrm>
          <a:off x="311150" y="838200"/>
          <a:ext cx="8520113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icture" r:id="rId3" imgW="4029840" imgH="2345760" progId="Word.Picture.8">
                  <p:embed/>
                </p:oleObj>
              </mc:Choice>
              <mc:Fallback>
                <p:oleObj name="Picture" r:id="rId3" imgW="4029840" imgH="2345760" progId="Word.Picture.8">
                  <p:embed/>
                  <p:pic>
                    <p:nvPicPr>
                      <p:cNvPr id="102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838200"/>
                        <a:ext cx="8520113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6044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19150"/>
          </a:xfrm>
        </p:spPr>
        <p:txBody>
          <a:bodyPr/>
          <a:lstStyle/>
          <a:p>
            <a:r>
              <a:rPr lang="en-US" altLang="en-US"/>
              <a:t>Try-with-resources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30480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Programmers often forget to close the file. JDK 7 and above provides the followings new try-with-resources syntax that automatically closes the files. </a:t>
            </a:r>
          </a:p>
          <a:p>
            <a:pPr marL="0" indent="0">
              <a:buFont typeface="Monotype Sorts" pitchFamily="2" charset="2"/>
              <a:buNone/>
            </a:pPr>
            <a:r>
              <a:rPr lang="en-AU" altLang="en-US" sz="2800" b="1" dirty="0"/>
              <a:t>try</a:t>
            </a:r>
            <a:r>
              <a:rPr lang="en-US" altLang="en-US" sz="2800" dirty="0"/>
              <a:t> (declare and create resources) {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  Use the resource to process the file;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}</a:t>
            </a:r>
          </a:p>
          <a:p>
            <a:pPr marL="0" indent="0">
              <a:buFont typeface="Monotype Sorts" pitchFamily="2" charset="2"/>
              <a:buNone/>
            </a:pPr>
            <a:endParaRPr lang="en-US" altLang="en-US" sz="2600" dirty="0"/>
          </a:p>
        </p:txBody>
      </p:sp>
      <p:sp>
        <p:nvSpPr>
          <p:cNvPr id="2" name="Rectangle 1"/>
          <p:cNvSpPr/>
          <p:nvPr/>
        </p:nvSpPr>
        <p:spPr>
          <a:xfrm>
            <a:off x="304800" y="4191000"/>
            <a:ext cx="838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try( </a:t>
            </a:r>
            <a:r>
              <a:rPr lang="en-US" sz="2400" dirty="0" err="1"/>
              <a:t>PrintWriter</a:t>
            </a:r>
            <a:r>
              <a:rPr lang="en-US" sz="2400" dirty="0"/>
              <a:t> output = new </a:t>
            </a:r>
            <a:r>
              <a:rPr lang="en-US" sz="2400" dirty="0" err="1"/>
              <a:t>PrintWriter</a:t>
            </a:r>
            <a:r>
              <a:rPr lang="en-US" sz="2400" dirty="0"/>
              <a:t>(file); 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</a:t>
            </a:r>
            <a:r>
              <a:rPr lang="en-US" sz="2400" dirty="0"/>
              <a:t>("John T Smith ");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output.println</a:t>
            </a:r>
            <a:r>
              <a:rPr lang="en-US" sz="2400" dirty="0"/>
              <a:t>(90);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</a:t>
            </a:r>
            <a:r>
              <a:rPr lang="en-US" sz="2400" dirty="0"/>
              <a:t>("Eric K Jones ");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output.println</a:t>
            </a:r>
            <a:r>
              <a:rPr lang="en-US" sz="2400" dirty="0"/>
              <a:t>(85);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20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</a:t>
            </a:r>
            <a:r>
              <a:rPr lang="en-US" dirty="0">
                <a:latin typeface="Courier" pitchFamily="49" charset="0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read from keyboard</a:t>
            </a:r>
          </a:p>
          <a:p>
            <a:pPr lvl="1"/>
            <a:r>
              <a:rPr lang="en-US" dirty="0"/>
              <a:t>Scanner input = new Scanner(System.in);</a:t>
            </a:r>
          </a:p>
          <a:p>
            <a:r>
              <a:rPr lang="en-US" dirty="0"/>
              <a:t>To read from file</a:t>
            </a:r>
          </a:p>
          <a:p>
            <a:pPr lvl="1"/>
            <a:r>
              <a:rPr lang="en-US" dirty="0"/>
              <a:t>Scanner input = new Scanner(new File(</a:t>
            </a:r>
            <a:r>
              <a:rPr lang="en-US" dirty="0" err="1"/>
              <a:t>fileName</a:t>
            </a:r>
            <a:r>
              <a:rPr lang="en-US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963912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</a:t>
            </a:r>
            <a:r>
              <a:rPr lang="en-US" dirty="0">
                <a:latin typeface="Courier" pitchFamily="49" charset="0"/>
              </a:rPr>
              <a:t>Scanner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843470"/>
              </p:ext>
            </p:extLst>
          </p:nvPr>
        </p:nvGraphicFramePr>
        <p:xfrm>
          <a:off x="228600" y="1524000"/>
          <a:ext cx="8683625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icture" r:id="rId3" imgW="4509720" imgH="2310120" progId="Word.Picture.8">
                  <p:embed/>
                </p:oleObj>
              </mc:Choice>
              <mc:Fallback>
                <p:oleObj name="Picture" r:id="rId3" imgW="4509720" imgH="2310120" progId="Word.Picture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0"/>
                        <a:ext cx="8683625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1092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83058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		try{</a:t>
            </a:r>
          </a:p>
          <a:p>
            <a:r>
              <a:rPr lang="en-US" dirty="0"/>
              <a:t>			File </a:t>
            </a:r>
            <a:r>
              <a:rPr lang="en-US" dirty="0" err="1"/>
              <a:t>file</a:t>
            </a:r>
            <a:r>
              <a:rPr lang="en-US" dirty="0"/>
              <a:t> = new File("File/name1.txt");</a:t>
            </a:r>
          </a:p>
          <a:p>
            <a:r>
              <a:rPr lang="en-US" dirty="0"/>
              <a:t>			Scanner input =  new Scanner(file);</a:t>
            </a:r>
          </a:p>
          <a:p>
            <a:r>
              <a:rPr lang="en-US" dirty="0"/>
              <a:t>			</a:t>
            </a:r>
          </a:p>
          <a:p>
            <a:endParaRPr lang="en-US" dirty="0"/>
          </a:p>
          <a:p>
            <a:r>
              <a:rPr lang="en-US" dirty="0"/>
              <a:t>			while(</a:t>
            </a:r>
            <a:r>
              <a:rPr lang="en-US" dirty="0" err="1"/>
              <a:t>input.hasNext</a:t>
            </a:r>
            <a:r>
              <a:rPr lang="en-US" dirty="0"/>
              <a:t>()){</a:t>
            </a:r>
          </a:p>
          <a:p>
            <a:r>
              <a:rPr lang="en-US" dirty="0"/>
              <a:t>				String </a:t>
            </a:r>
            <a:r>
              <a:rPr lang="en-US" dirty="0" err="1"/>
              <a:t>fName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			String </a:t>
            </a:r>
            <a:r>
              <a:rPr lang="en-US" dirty="0" err="1"/>
              <a:t>mName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			String </a:t>
            </a:r>
            <a:r>
              <a:rPr lang="en-US" dirty="0" err="1"/>
              <a:t>lName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			</a:t>
            </a:r>
            <a:r>
              <a:rPr lang="en-US" dirty="0" err="1"/>
              <a:t>int</a:t>
            </a:r>
            <a:r>
              <a:rPr lang="en-US" dirty="0"/>
              <a:t> age     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	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fName</a:t>
            </a:r>
            <a:r>
              <a:rPr lang="en-US" dirty="0"/>
              <a:t>+" "+</a:t>
            </a:r>
            <a:r>
              <a:rPr lang="en-US" dirty="0" err="1"/>
              <a:t>mName</a:t>
            </a:r>
            <a:r>
              <a:rPr lang="en-US" dirty="0"/>
              <a:t>+" "+</a:t>
            </a:r>
            <a:r>
              <a:rPr lang="en-US" dirty="0" err="1"/>
              <a:t>lName</a:t>
            </a:r>
            <a:r>
              <a:rPr lang="en-US" dirty="0"/>
              <a:t>+" "+age);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	</a:t>
            </a:r>
            <a:r>
              <a:rPr lang="en-US" dirty="0" err="1"/>
              <a:t>input.close</a:t>
            </a:r>
            <a:r>
              <a:rPr lang="en-US" dirty="0"/>
              <a:t>();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catch(</a:t>
            </a:r>
            <a:r>
              <a:rPr lang="en-US" dirty="0" err="1"/>
              <a:t>IOException</a:t>
            </a:r>
            <a:r>
              <a:rPr lang="en-US" dirty="0"/>
              <a:t> e){</a:t>
            </a:r>
          </a:p>
          <a:p>
            <a:endParaRPr lang="en-US" dirty="0"/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19212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595</Words>
  <Application>Microsoft Office PowerPoint</Application>
  <PresentationFormat>On-screen Show (4:3)</PresentationFormat>
  <Paragraphs>116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</vt:lpstr>
      <vt:lpstr>inter-regular</vt:lpstr>
      <vt:lpstr>Monotype Sorts</vt:lpstr>
      <vt:lpstr>Office Theme</vt:lpstr>
      <vt:lpstr>Picture</vt:lpstr>
      <vt:lpstr>File Handling</vt:lpstr>
      <vt:lpstr>Introduction</vt:lpstr>
      <vt:lpstr>Introduction</vt:lpstr>
      <vt:lpstr>Java Streams</vt:lpstr>
      <vt:lpstr>Byte Stream  (100111010111101011101)</vt:lpstr>
      <vt:lpstr>Character Stream  (11110110 11010101 101010101)</vt:lpstr>
      <vt:lpstr>File Class</vt:lpstr>
      <vt:lpstr>PowerPoint Presentation</vt:lpstr>
      <vt:lpstr>File Input and Output</vt:lpstr>
      <vt:lpstr>Writing Data Using PrintWriter</vt:lpstr>
      <vt:lpstr>Writing Data Using PrintWriter </vt:lpstr>
      <vt:lpstr>Try-with-resources</vt:lpstr>
      <vt:lpstr>Reading Data Using Scanner</vt:lpstr>
      <vt:lpstr>Reading Data Using Scanner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>Rizwan</dc:creator>
  <cp:lastModifiedBy>HP</cp:lastModifiedBy>
  <cp:revision>14</cp:revision>
  <dcterms:created xsi:type="dcterms:W3CDTF">2006-08-16T00:00:00Z</dcterms:created>
  <dcterms:modified xsi:type="dcterms:W3CDTF">2024-06-07T13:48:26Z</dcterms:modified>
</cp:coreProperties>
</file>